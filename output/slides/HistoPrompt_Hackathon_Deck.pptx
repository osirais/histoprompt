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1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2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3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slides/charts/chart4.xml" ContentType="application/vnd.openxmlformats-officedocument.drawingml.chart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slides/charts/chart5.xml" ContentType="application/vnd.openxmlformats-officedocument.drawingml.chart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baaab71f69b4bff" /><Relationship Type="http://schemas.openxmlformats.org/officeDocument/2006/relationships/extended-properties" Target="/docProps/app.xml" Id="R3fde5abae89e4b97" /><Relationship Type="http://schemas.openxmlformats.org/officeDocument/2006/relationships/officeDocument" Target="/ppt/presentation.xml" Id="R070cb5a688c742c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9219f51b0674415"/>
  </p:sldMasterIdLst>
  <p:notesMasterIdLst>
    <p:notesMasterId xmlns:r="http://schemas.openxmlformats.org/officeDocument/2006/relationships" r:id="R268f5f3ba43d456d"/>
  </p:notesMasterIdLst>
  <p:sldIdLst>
    <p:sldId xmlns:r="http://schemas.openxmlformats.org/officeDocument/2006/relationships" id="256" r:id="R6a678fc7986f44b5"/>
    <p:sldId xmlns:r="http://schemas.openxmlformats.org/officeDocument/2006/relationships" id="257" r:id="R4520e17b3fb34816"/>
    <p:sldId xmlns:r="http://schemas.openxmlformats.org/officeDocument/2006/relationships" id="258" r:id="R66fed35eb8074207"/>
    <p:sldId xmlns:r="http://schemas.openxmlformats.org/officeDocument/2006/relationships" id="259" r:id="Re30ffdc3bab648f9"/>
    <p:sldId xmlns:r="http://schemas.openxmlformats.org/officeDocument/2006/relationships" id="260" r:id="Rd2c3618cf40346f8"/>
    <p:sldId xmlns:r="http://schemas.openxmlformats.org/officeDocument/2006/relationships" id="261" r:id="R5bce34f79b0c46b7"/>
    <p:sldId xmlns:r="http://schemas.openxmlformats.org/officeDocument/2006/relationships" id="262" r:id="Rad409d8bd0194ba1"/>
    <p:sldId xmlns:r="http://schemas.openxmlformats.org/officeDocument/2006/relationships" id="263" r:id="R06505333db5b42e7"/>
    <p:sldId xmlns:r="http://schemas.openxmlformats.org/officeDocument/2006/relationships" id="264" r:id="R6cc35d6c6a784f9b"/>
    <p:sldId xmlns:r="http://schemas.openxmlformats.org/officeDocument/2006/relationships" id="265" r:id="R79cf03b0ec2f4b60"/>
    <p:sldId xmlns:r="http://schemas.openxmlformats.org/officeDocument/2006/relationships" id="266" r:id="R0c1e6e49df524000"/>
    <p:sldId xmlns:r="http://schemas.openxmlformats.org/officeDocument/2006/relationships" id="267" r:id="R71da60ae94704ecc"/>
    <p:sldId xmlns:r="http://schemas.openxmlformats.org/officeDocument/2006/relationships" id="268" r:id="Rb1b073cd12584a7f"/>
    <p:sldId xmlns:r="http://schemas.openxmlformats.org/officeDocument/2006/relationships" id="269" r:id="Ra2cb3cd18e5d4fdc"/>
    <p:sldId xmlns:r="http://schemas.openxmlformats.org/officeDocument/2006/relationships" id="270" r:id="Rf67d4605dcd54f95"/>
    <p:sldId xmlns:r="http://schemas.openxmlformats.org/officeDocument/2006/relationships" id="271" r:id="R1729dfa47eee43f2"/>
    <p:sldId xmlns:r="http://schemas.openxmlformats.org/officeDocument/2006/relationships" id="272" r:id="Rad61412ec4114d88"/>
    <p:sldId xmlns:r="http://schemas.openxmlformats.org/officeDocument/2006/relationships" id="273" r:id="Rc16aa549030849b2"/>
    <p:sldId xmlns:r="http://schemas.openxmlformats.org/officeDocument/2006/relationships" id="274" r:id="R1a535297ea3d47d1"/>
    <p:sldId xmlns:r="http://schemas.openxmlformats.org/officeDocument/2006/relationships" id="275" r:id="Rdf71f81dc8ed4db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ac6025ccb1c452b" /><Relationship Type="http://schemas.openxmlformats.org/officeDocument/2006/relationships/slideMaster" Target="/ppt/slideMasters/slideMaster1.xml" Id="R59219f51b0674415" /><Relationship Type="http://schemas.openxmlformats.org/officeDocument/2006/relationships/notesMaster" Target="/ppt/notesMasters/notesMaster1.xml" Id="R268f5f3ba43d456d" /><Relationship Type="http://schemas.openxmlformats.org/officeDocument/2006/relationships/presProps" Target="/ppt/presProps.xml" Id="R4b1e2e9cd2d244ff" /><Relationship Type="http://schemas.openxmlformats.org/officeDocument/2006/relationships/tableStyles" Target="/ppt/tableStyles.xml" Id="Re84267a595894cb4" /><Relationship Type="http://schemas.openxmlformats.org/officeDocument/2006/relationships/slide" Target="/ppt/slides/slide1.xml" Id="R6a678fc7986f44b5" /><Relationship Type="http://schemas.openxmlformats.org/officeDocument/2006/relationships/slide" Target="/ppt/slides/slide2.xml" Id="R4520e17b3fb34816" /><Relationship Type="http://schemas.openxmlformats.org/officeDocument/2006/relationships/slide" Target="/ppt/slides/slide3.xml" Id="R66fed35eb8074207" /><Relationship Type="http://schemas.openxmlformats.org/officeDocument/2006/relationships/slide" Target="/ppt/slides/slide4.xml" Id="Re30ffdc3bab648f9" /><Relationship Type="http://schemas.openxmlformats.org/officeDocument/2006/relationships/slide" Target="/ppt/slides/slide5.xml" Id="Rd2c3618cf40346f8" /><Relationship Type="http://schemas.openxmlformats.org/officeDocument/2006/relationships/slide" Target="/ppt/slides/slide6.xml" Id="R5bce34f79b0c46b7" /><Relationship Type="http://schemas.openxmlformats.org/officeDocument/2006/relationships/slide" Target="/ppt/slides/slide7.xml" Id="Rad409d8bd0194ba1" /><Relationship Type="http://schemas.openxmlformats.org/officeDocument/2006/relationships/slide" Target="/ppt/slides/slide8.xml" Id="R06505333db5b42e7" /><Relationship Type="http://schemas.openxmlformats.org/officeDocument/2006/relationships/slide" Target="/ppt/slides/slide9.xml" Id="R6cc35d6c6a784f9b" /><Relationship Type="http://schemas.openxmlformats.org/officeDocument/2006/relationships/slide" Target="/ppt/slides/slide10.xml" Id="R79cf03b0ec2f4b60" /><Relationship Type="http://schemas.openxmlformats.org/officeDocument/2006/relationships/slide" Target="/ppt/slides/slide11.xml" Id="R0c1e6e49df524000" /><Relationship Type="http://schemas.openxmlformats.org/officeDocument/2006/relationships/slide" Target="/ppt/slides/slide12.xml" Id="R71da60ae94704ecc" /><Relationship Type="http://schemas.openxmlformats.org/officeDocument/2006/relationships/slide" Target="/ppt/slides/slide13.xml" Id="Rb1b073cd12584a7f" /><Relationship Type="http://schemas.openxmlformats.org/officeDocument/2006/relationships/slide" Target="/ppt/slides/slide14.xml" Id="Ra2cb3cd18e5d4fdc" /><Relationship Type="http://schemas.openxmlformats.org/officeDocument/2006/relationships/slide" Target="/ppt/slides/slide15.xml" Id="Rf67d4605dcd54f95" /><Relationship Type="http://schemas.openxmlformats.org/officeDocument/2006/relationships/slide" Target="/ppt/slides/slide16.xml" Id="R1729dfa47eee43f2" /><Relationship Type="http://schemas.openxmlformats.org/officeDocument/2006/relationships/slide" Target="/ppt/slides/slide17.xml" Id="Rad61412ec4114d88" /><Relationship Type="http://schemas.openxmlformats.org/officeDocument/2006/relationships/slide" Target="/ppt/slides/slide18.xml" Id="Rc16aa549030849b2" /><Relationship Type="http://schemas.openxmlformats.org/officeDocument/2006/relationships/slide" Target="/ppt/slides/slide19.xml" Id="R1a535297ea3d47d1" /><Relationship Type="http://schemas.openxmlformats.org/officeDocument/2006/relationships/slide" Target="/ppt/slides/slide20.xml" Id="Rdf71f81dc8ed4db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a9cdff9fa1442c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7aa2f5118a44bdd" /><Relationship Type="http://schemas.openxmlformats.org/officeDocument/2006/relationships/notesMaster" Target="/ppt/notesMasters/notesMaster1.xml" Id="R90ee1ac7e4ac4a7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4e24406d30d4466" /><Relationship Type="http://schemas.openxmlformats.org/officeDocument/2006/relationships/notesMaster" Target="/ppt/notesMasters/notesMaster1.xml" Id="Re95dd1f4209c404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241ae2c4751414c" /><Relationship Type="http://schemas.openxmlformats.org/officeDocument/2006/relationships/notesMaster" Target="/ppt/notesMasters/notesMaster1.xml" Id="Rb48e047b81a3472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e4b1e7a81534bcc" /><Relationship Type="http://schemas.openxmlformats.org/officeDocument/2006/relationships/notesMaster" Target="/ppt/notesMasters/notesMaster1.xml" Id="R2d0c6a850e21480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96c0dd6e7d940c4" /><Relationship Type="http://schemas.openxmlformats.org/officeDocument/2006/relationships/notesMaster" Target="/ppt/notesMasters/notesMaster1.xml" Id="R7003e110e86c4fb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eb46facaaed4cb7" /><Relationship Type="http://schemas.openxmlformats.org/officeDocument/2006/relationships/notesMaster" Target="/ppt/notesMasters/notesMaster1.xml" Id="Rf534dd52a34c467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a0c279b048a4820" /><Relationship Type="http://schemas.openxmlformats.org/officeDocument/2006/relationships/notesMaster" Target="/ppt/notesMasters/notesMaster1.xml" Id="Ra444f249432449d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921502609fd4a09" /><Relationship Type="http://schemas.openxmlformats.org/officeDocument/2006/relationships/notesMaster" Target="/ppt/notesMasters/notesMaster1.xml" Id="R03f21b31041a446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404aaca7967439b" /><Relationship Type="http://schemas.openxmlformats.org/officeDocument/2006/relationships/notesMaster" Target="/ppt/notesMasters/notesMaster1.xml" Id="Rdf150fc6941a4dd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52853cae6d448a0" /><Relationship Type="http://schemas.openxmlformats.org/officeDocument/2006/relationships/notesMaster" Target="/ppt/notesMasters/notesMaster1.xml" Id="Ra515027306bd4ed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79be679103748d7" /><Relationship Type="http://schemas.openxmlformats.org/officeDocument/2006/relationships/notesMaster" Target="/ppt/notesMasters/notesMaster1.xml" Id="R70716a6da005411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d4ab44b18964d97" /><Relationship Type="http://schemas.openxmlformats.org/officeDocument/2006/relationships/notesMaster" Target="/ppt/notesMasters/notesMaster1.xml" Id="Rb2a8dd0205d74f4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01dc9a66ee94128" /><Relationship Type="http://schemas.openxmlformats.org/officeDocument/2006/relationships/notesMaster" Target="/ppt/notesMasters/notesMaster1.xml" Id="R5cf8aa295aac408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0b2b2a023fd4093" /><Relationship Type="http://schemas.openxmlformats.org/officeDocument/2006/relationships/notesMaster" Target="/ppt/notesMasters/notesMaster1.xml" Id="R19f2532304b54eb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9262b2cd8764030" /><Relationship Type="http://schemas.openxmlformats.org/officeDocument/2006/relationships/notesMaster" Target="/ppt/notesMasters/notesMaster1.xml" Id="R438880bb5382420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e4859f5d0fe4054" /><Relationship Type="http://schemas.openxmlformats.org/officeDocument/2006/relationships/notesMaster" Target="/ppt/notesMasters/notesMaster1.xml" Id="Ra339c6ba066140d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8a828505a184642" /><Relationship Type="http://schemas.openxmlformats.org/officeDocument/2006/relationships/notesMaster" Target="/ppt/notesMasters/notesMaster1.xml" Id="R19fabc07893840c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47a172d1c6364172" /><Relationship Type="http://schemas.openxmlformats.org/officeDocument/2006/relationships/notesMaster" Target="/ppt/notesMasters/notesMaster1.xml" Id="Rb772a725aebc4fc4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56a97ddda86445d7" /><Relationship Type="http://schemas.openxmlformats.org/officeDocument/2006/relationships/notesMaster" Target="/ppt/notesMasters/notesMaster1.xml" Id="R7384cc7375504cfa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52742416958645eb" /><Relationship Type="http://schemas.openxmlformats.org/officeDocument/2006/relationships/notesMaster" Target="/ppt/notesMasters/notesMaster1.xml" Id="Rc23888aeaf4343e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repository: https://github.com/osirais/histoprompt</a:t>
            </a:r>
          </a:p>
          <a:p xmlns:a="http://schemas.openxmlformats.org/drawingml/2006/main">
            <a:r>
              <a:t>Hackathon challenge and criteria: https://cancer.illinois.edu/2026-ashby-prize-in-computational-science-hackathon/</a:t>
            </a:r>
          </a:p>
          <a:p xmlns:a="http://schemas.openxmlformats.org/drawingml/2006/main">
            <a:r>
              <a:t>Cover image: public LC25000 sample stored in benchmarks/diagnosis-11/images with source and checksum metadata.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Team affiliations supplied by the user on 2026-10-19.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quoted baseline and enhanced prompts are reproduced from a saved full-workflow case record.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 extracted from demo/histoprompt-clinician-workflow-demo.mp4.</a:t>
            </a:r>
          </a:p>
          <a:p xmlns:a="http://schemas.openxmlformats.org/drawingml/2006/main">
            <a:r>
              <a:t>The saved replay uses a public LC25000 case and makes no NCSA or Lumen requests.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Every PathGen case produced eight Lumen prompts and eight model decisions: four baseline and four case-specific.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Visualization authored in Manim Community v0.22.0 from the implemented clinical workflow.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Git history: 30 commits on main by two contributors as of 2026-10-19. Test suite: 60 passing tests.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Visualization authored in Manim Community v0.22.0 from repository benchmark records.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Visualization authored in Manim Community v0.22.0 from the saved 2,141-case PathGen benchmark.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CONCH: 77/422 to 197/422. QuiltNet: 15/422 to 119/422.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QuiltNet: 25/216 to 77/216. CONCH: 56/216 to 75/216. PLIP: 2/216 to 11/216.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MUSK exact result: 87/156 baseline to 111/156 case-specific.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Kidney MUSK: 89/438 to 136/438. Lung squamous QuiltNet: 6/263 to 43/263.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CONCH exact result: 125/208 baseline to 150/208 case-specific.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Visualization authored in Manim Community v0.22.0. Exact values come from the saved PathGen clinician-workflow benchmark.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MUSK: 403/450 to 423/450. PLIP: 373/450 to 393/450. Only the two models with held-out gains are shown on this success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Separate research branch. Complete results in the branch cover MUSK across four tasks; this slide does not attribute the branch result to the other models.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saved replay supports a reliable judge demo even when temporary event model services are unavailable.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Repository includes setup.sh, run.sh, NCSA tunnel launcher, data manifests, exact benchmark outputs, a saved public replay, and the demo video.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Repository: https://github.com/osirais/histoprompt</a:t>
            </a:r>
          </a:p>
          <a:p xmlns:a="http://schemas.openxmlformats.org/drawingml/2006/main">
            <a:r>
              <a:t>Primary benchmark: benchmarks/pathgen-clinical-workflow/RESULTS.md</a:t>
            </a:r>
          </a:p>
          <a:p xmlns:a="http://schemas.openxmlformats.org/drawingml/2006/main">
            <a:r>
              <a:t>Demo: demo/histoprompt-clinician-workflow-demo.mp4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5bb9aac9324c6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1493030d6349f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612fe7baeb48b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7b4635f04049f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c98a16f67848e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d8eeaa9e8c42d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B3A848E-85AA-45F5-A39B-CEBE098F0A7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B032426-7B61-4B49-B361-A045D735321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CEB2006-C8D0-4232-BEBC-B4DA443C24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A8530F2-7A35-48A9-8396-2D04713C16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5CF83AE-05D9-44A5-BA63-DF81F2A67E8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07125E2-3D04-4F3C-99E4-87D2BD2372E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1F9929F-53E2-4408-84F7-7FEBC5B0E38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42E2D2D-8BBD-4F03-8158-0D85A57F682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325AD24-FD26-49C5-962E-70535E85977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5FDF398-3300-4FDF-95D2-AE131ED4DF5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8bfbb169b9c4ca0" /><Relationship Type="http://schemas.openxmlformats.org/officeDocument/2006/relationships/slideLayout" Target="/ppt/slideLayouts/slideLayout1.xml" Id="Rf0db9da8f8ec478d" /><Relationship Type="http://schemas.openxmlformats.org/officeDocument/2006/relationships/slideLayout" Target="/ppt/slideLayouts/slideLayout2.xml" Id="Rcd923c88d6244e8f" /><Relationship Type="http://schemas.openxmlformats.org/officeDocument/2006/relationships/slideLayout" Target="/ppt/slideLayouts/slideLayout3.xml" Id="R9326c94ef20e40ff" /><Relationship Type="http://schemas.openxmlformats.org/officeDocument/2006/relationships/slideLayout" Target="/ppt/slideLayouts/slideLayout4.xml" Id="R6a7940c773d0483b" /><Relationship Type="http://schemas.openxmlformats.org/officeDocument/2006/relationships/slideLayout" Target="/ppt/slideLayouts/slideLayout5.xml" Id="Rf8284d2064be4249" /><Relationship Type="http://schemas.openxmlformats.org/officeDocument/2006/relationships/slideLayout" Target="/ppt/slideLayouts/slideLayout6.xml" Id="R6808bb7757724ed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0db9da8f8ec478d"/>
    <p:sldLayoutId xmlns:r="http://schemas.openxmlformats.org/officeDocument/2006/relationships" id="2147483650" r:id="Rcd923c88d6244e8f"/>
    <p:sldLayoutId xmlns:r="http://schemas.openxmlformats.org/officeDocument/2006/relationships" id="2147483651" r:id="R9326c94ef20e40ff"/>
    <p:sldLayoutId xmlns:r="http://schemas.openxmlformats.org/officeDocument/2006/relationships" id="2147483652" r:id="R6a7940c773d0483b"/>
    <p:sldLayoutId xmlns:r="http://schemas.openxmlformats.org/officeDocument/2006/relationships" id="2147483653" r:id="Rf8284d2064be4249"/>
    <p:sldLayoutId xmlns:r="http://schemas.openxmlformats.org/officeDocument/2006/relationships" id="2147483654" r:id="R6808bb7757724ed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04c22fe77e64122" /><Relationship Type="http://schemas.openxmlformats.org/officeDocument/2006/relationships/image" Target="/ppt/media/image.jpeg" Id="Rc9fd4d7a7eef42cb" /><Relationship Type="http://schemas.openxmlformats.org/officeDocument/2006/relationships/notesSlide" Target="/ppt/notesSlides/notesSlide1.xml" Id="Rff34117bd34b4c1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c50a0e56a3a4e7d" /><Relationship Type="http://schemas.openxmlformats.org/officeDocument/2006/relationships/notesSlide" Target="/ppt/notesSlides/notesSlide2.xml" Id="R27f44cfb7b6c46a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6cb792edd214e16" /><Relationship Type="http://schemas.openxmlformats.org/officeDocument/2006/relationships/notesSlide" Target="/ppt/notesSlides/notesSlide3.xml" Id="Rf82a8cbb7412418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035159cd5784f27" /><Relationship Type="http://schemas.openxmlformats.org/officeDocument/2006/relationships/image" Target="/ppt/media/image.png" Id="Rfda86a2fbdda4480" /><Relationship Type="http://schemas.openxmlformats.org/officeDocument/2006/relationships/notesSlide" Target="/ppt/notesSlides/notesSlide4.xml" Id="R640f6423a18f45f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31a3490a069405a" /><Relationship Type="http://schemas.openxmlformats.org/officeDocument/2006/relationships/notesSlide" Target="/ppt/notesSlides/notesSlide5.xml" Id="R8453ffb4bbd148f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303d8e98d4d4b73" /><Relationship Type="http://schemas.openxmlformats.org/officeDocument/2006/relationships/image" Target="/ppt/media/image2.png" Id="Rbca7d2bc6de34ccf" /><Relationship Type="http://schemas.openxmlformats.org/officeDocument/2006/relationships/notesSlide" Target="/ppt/notesSlides/notesSlide6.xml" Id="R78e3f7c18317416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59ce4986ca9435d" /><Relationship Type="http://schemas.openxmlformats.org/officeDocument/2006/relationships/notesSlide" Target="/ppt/notesSlides/notesSlide7.xml" Id="Re36ac41b72e940b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eef15ffbf98442a" /><Relationship Type="http://schemas.openxmlformats.org/officeDocument/2006/relationships/image" Target="/ppt/media/image3.png" Id="R56f12487a5d44fca" /><Relationship Type="http://schemas.openxmlformats.org/officeDocument/2006/relationships/notesSlide" Target="/ppt/notesSlides/notesSlide8.xml" Id="Rd4b08b51fd4e454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d273131c156446a" /><Relationship Type="http://schemas.openxmlformats.org/officeDocument/2006/relationships/image" Target="/ppt/media/image4.png" Id="Rde8b1321916844e9" /><Relationship Type="http://schemas.openxmlformats.org/officeDocument/2006/relationships/notesSlide" Target="/ppt/notesSlides/notesSlide9.xml" Id="R92890b1c7e9e4d9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3e36712e9f24a0d" /><Relationship Type="http://schemas.openxmlformats.org/officeDocument/2006/relationships/chart" Target="/ppt/slides/charts/chart1.xml" Id="R778434bf27e14bcd" /><Relationship Type="http://schemas.openxmlformats.org/officeDocument/2006/relationships/notesSlide" Target="/ppt/notesSlides/notesSlide10.xml" Id="R2d8796c5d1534b8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db089cca1784a09" /><Relationship Type="http://schemas.openxmlformats.org/officeDocument/2006/relationships/chart" Target="/ppt/slides/charts/chart2.xml" Id="R0e56ee0da8634ba7" /><Relationship Type="http://schemas.openxmlformats.org/officeDocument/2006/relationships/notesSlide" Target="/ppt/notesSlides/notesSlide11.xml" Id="Rdbfc7cb06f6f46d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988aebd0f3a42b4" /><Relationship Type="http://schemas.openxmlformats.org/officeDocument/2006/relationships/chart" Target="/ppt/slides/charts/chart3.xml" Id="R992f31999b634729" /><Relationship Type="http://schemas.openxmlformats.org/officeDocument/2006/relationships/notesSlide" Target="/ppt/notesSlides/notesSlide12.xml" Id="Rfaa3221fc7c24b3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fd336320a7b4848" /><Relationship Type="http://schemas.openxmlformats.org/officeDocument/2006/relationships/notesSlide" Target="/ppt/notesSlides/notesSlide13.xml" Id="R88598b360d8d428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f8cd8ea2c9345a2" /><Relationship Type="http://schemas.openxmlformats.org/officeDocument/2006/relationships/chart" Target="/ppt/slides/charts/chart4.xml" Id="R54298019cac54318" /><Relationship Type="http://schemas.openxmlformats.org/officeDocument/2006/relationships/notesSlide" Target="/ppt/notesSlides/notesSlide14.xml" Id="R5362d193d25a473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1b455990638458d" /><Relationship Type="http://schemas.openxmlformats.org/officeDocument/2006/relationships/image" Target="/ppt/media/image5.png" Id="Rd32f556e7d2c440d" /><Relationship Type="http://schemas.openxmlformats.org/officeDocument/2006/relationships/notesSlide" Target="/ppt/notesSlides/notesSlide15.xml" Id="Rf5703ae9a3f34cc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53616f84a4847fa" /><Relationship Type="http://schemas.openxmlformats.org/officeDocument/2006/relationships/chart" Target="/ppt/slides/charts/chart5.xml" Id="R3742028be072476b" /><Relationship Type="http://schemas.openxmlformats.org/officeDocument/2006/relationships/notesSlide" Target="/ppt/notesSlides/notesSlide16.xml" Id="R41851fd22741484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da473f7c1564fd6" /><Relationship Type="http://schemas.openxmlformats.org/officeDocument/2006/relationships/notesSlide" Target="/ppt/notesSlides/notesSlide17.xml" Id="R0f4f73a83e9f4ea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c032af5ba404d6d" /><Relationship Type="http://schemas.openxmlformats.org/officeDocument/2006/relationships/image" Target="/ppt/media/image6.png" Id="Re2facc4f062a4546" /><Relationship Type="http://schemas.openxmlformats.org/officeDocument/2006/relationships/notesSlide" Target="/ppt/notesSlides/notesSlide18.xml" Id="R7f1f8cae7fb544b2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1dbb6b3036a4f63" /><Relationship Type="http://schemas.openxmlformats.org/officeDocument/2006/relationships/notesSlide" Target="/ppt/notesSlides/notesSlide19.xml" Id="R6559e994671f404f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1aae17604104384" /><Relationship Type="http://schemas.openxmlformats.org/officeDocument/2006/relationships/notesSlide" Target="/ppt/notesSlides/notesSlide20.xml" Id="R3cce5ad2bab542bc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Baseline</c:v>
          </c:tx>
          <c:spPr>
            <a:solidFill xmlns:a="http://schemas.openxmlformats.org/drawingml/2006/main">
              <a:srgbClr val="103D35"/>
            </a:solidFill>
          </c:spPr>
          <c:invertIfNegative val="0"/>
          <c:cat>
            <c:strRef>
              <c:f>'Chart Data'!$A$2:$A$3</c:f>
              <c:strCache>
                <c:ptCount val="2"/>
                <c:pt idx="0">
                  <c:v>CONCH</c:v>
                </c:pt>
                <c:pt idx="1">
                  <c:v>QuiltNet-B-32</c:v>
                </c:pt>
              </c:strCache>
            </c:strRef>
          </c:cat>
          <c:val>
            <c:numRef>
              <c:f>'Chart Data'!$B$2:$B$3</c:f>
              <c:numCache>
                <c:formatCode>0"%"</c:formatCode>
                <c:ptCount val="2"/>
                <c:pt idx="0">
                  <c:v>18.2</c:v>
                </c:pt>
                <c:pt idx="1">
                  <c:v>3.6</c:v>
                </c:pt>
              </c:numCache>
            </c:numRef>
          </c:val>
        </c:ser>
        <c:ser>
          <c:idx val="1"/>
          <c:order val="1"/>
          <c:tx>
            <c:v>Case-specific</c:v>
          </c:tx>
          <c:spPr>
            <a:solidFill xmlns:a="http://schemas.openxmlformats.org/drawingml/2006/main">
              <a:srgbClr val="D13D77"/>
            </a:solidFill>
          </c:spPr>
          <c:invertIfNegative val="0"/>
          <c:cat>
            <c:strRef>
              <c:f>'Chart Data'!$C$2:$C$3</c:f>
              <c:strCache>
                <c:ptCount val="2"/>
                <c:pt idx="0">
                  <c:v>CONCH</c:v>
                </c:pt>
                <c:pt idx="1">
                  <c:v>QuiltNet-B-32</c:v>
                </c:pt>
              </c:strCache>
            </c:strRef>
          </c:cat>
          <c:val>
            <c:numRef>
              <c:f>'Chart Data'!$D$2:$D$3</c:f>
              <c:numCache>
                <c:formatCode>0"%"</c:formatCode>
                <c:ptCount val="2"/>
                <c:pt idx="0">
                  <c:v>46.7</c:v>
                </c:pt>
                <c:pt idx="1">
                  <c:v>28.2</c:v>
                </c:pt>
              </c:numCache>
            </c:numRef>
          </c:val>
        </c:ser>
        <c:dLbls>
          <c:numFmt formatCode="0.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 b="1">
                  <a:solidFill>
                    <a:srgbClr val="12211D"/>
                  </a:solidFill>
                  <a:latin typeface="Noto Sans"/>
                  <a:ea typeface="Noto Sans"/>
                  <a:cs typeface="Noto San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2211D"/>
                </a:solidFill>
                <a:latin typeface="Noto Sans"/>
                <a:ea typeface="Noto Sans"/>
                <a:cs typeface="Noto Sans"/>
              </a:defRPr>
            </a:pPr>
          </a:p>
        </c:txPr>
        <c:crossAx val="48672768"/>
      </c:catAx>
      <c:valAx>
        <c:axId val="48672768"/>
        <c:scaling>
          <c:orientation val="minMax"/>
          <c:max val="5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DDD8"/>
              </a:solidFill>
              <a:prstDash val="solid"/>
            </a:ln>
          </c:spPr>
        </c:majorGridlines>
        <c:numFmt formatCode="0&quot;%&quot;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pPr>
          </a:p>
        </c:txPr>
        <c:crossAx val="48650112"/>
        <c:crossBetween val="between"/>
        <c:majorUnit val="10"/>
      </c:valAx>
      <c:spPr>
        <a:solidFill xmlns:a="http://schemas.openxmlformats.org/drawingml/2006/main">
          <a:srgbClr val="F8F5F0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12211D"/>
              </a:solidFill>
              <a:latin typeface="Noto Sans"/>
              <a:ea typeface="Noto Sans"/>
              <a:cs typeface="Noto Sans"/>
            </a:defRPr>
          </a:pPr>
        </a:p>
      </c:txPr>
    </c:legend>
    <c:plotVisOnly val="1"/>
  </c:chart>
  <c:spPr>
    <a:solidFill xmlns:a="http://schemas.openxmlformats.org/drawingml/2006/main">
      <a:srgbClr val="F8F5F0"/>
    </a:solidFill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Baseline</c:v>
          </c:tx>
          <c:spPr>
            <a:solidFill xmlns:a="http://schemas.openxmlformats.org/drawingml/2006/main">
              <a:srgbClr val="103D35"/>
            </a:solidFill>
          </c:spPr>
          <c:invertIfNegative val="0"/>
          <c:cat>
            <c:strRef>
              <c:f>'Chart Data'!$A$2:$A$4</c:f>
              <c:strCache>
                <c:ptCount val="3"/>
                <c:pt idx="0">
                  <c:v>QuiltNet-B-32</c:v>
                </c:pt>
                <c:pt idx="1">
                  <c:v>CONCH</c:v>
                </c:pt>
                <c:pt idx="2">
                  <c:v>PLIP</c:v>
                </c:pt>
              </c:strCache>
            </c:strRef>
          </c:cat>
          <c:val>
            <c:numRef>
              <c:f>'Chart Data'!$B$2:$B$4</c:f>
              <c:numCache>
                <c:formatCode>0"%"</c:formatCode>
                <c:ptCount val="3"/>
                <c:pt idx="0">
                  <c:v>11.6</c:v>
                </c:pt>
                <c:pt idx="1">
                  <c:v>25.9</c:v>
                </c:pt>
                <c:pt idx="2">
                  <c:v>0.9</c:v>
                </c:pt>
              </c:numCache>
            </c:numRef>
          </c:val>
        </c:ser>
        <c:ser>
          <c:idx val="1"/>
          <c:order val="1"/>
          <c:tx>
            <c:v>Case-specific</c:v>
          </c:tx>
          <c:spPr>
            <a:solidFill xmlns:a="http://schemas.openxmlformats.org/drawingml/2006/main">
              <a:srgbClr val="D13D77"/>
            </a:solidFill>
          </c:spPr>
          <c:invertIfNegative val="0"/>
          <c:cat>
            <c:strRef>
              <c:f>'Chart Data'!$C$2:$C$4</c:f>
              <c:strCache>
                <c:ptCount val="3"/>
                <c:pt idx="0">
                  <c:v>QuiltNet-B-32</c:v>
                </c:pt>
                <c:pt idx="1">
                  <c:v>CONCH</c:v>
                </c:pt>
                <c:pt idx="2">
                  <c:v>PLIP</c:v>
                </c:pt>
              </c:strCache>
            </c:strRef>
          </c:cat>
          <c:val>
            <c:numRef>
              <c:f>'Chart Data'!$D$2:$D$4</c:f>
              <c:numCache>
                <c:formatCode>0"%"</c:formatCode>
                <c:ptCount val="3"/>
                <c:pt idx="0">
                  <c:v>35.6</c:v>
                </c:pt>
                <c:pt idx="1">
                  <c:v>34.7</c:v>
                </c:pt>
                <c:pt idx="2">
                  <c:v>5.1</c:v>
                </c:pt>
              </c:numCache>
            </c:numRef>
          </c:val>
        </c:ser>
        <c:dLbls>
          <c:numFmt formatCode="0.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12211D"/>
                  </a:solidFill>
                  <a:latin typeface="Noto Sans"/>
                  <a:ea typeface="Noto Sans"/>
                  <a:cs typeface="Noto San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2211D"/>
                </a:solidFill>
                <a:latin typeface="Noto Sans"/>
                <a:ea typeface="Noto Sans"/>
                <a:cs typeface="Noto Sans"/>
              </a:defRPr>
            </a:pPr>
          </a:p>
        </c:txPr>
        <c:crossAx val="48672768"/>
      </c:catAx>
      <c:valAx>
        <c:axId val="48672768"/>
        <c:scaling>
          <c:orientation val="minMax"/>
          <c:max val="4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DDD8"/>
              </a:solidFill>
              <a:prstDash val="solid"/>
            </a:ln>
          </c:spPr>
        </c:majorGridlines>
        <c:numFmt formatCode="0&quot;%&quot;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pPr>
          </a:p>
        </c:txPr>
        <c:crossAx val="48650112"/>
        <c:crossBetween val="between"/>
        <c:majorUnit val="10"/>
      </c:valAx>
      <c:spPr>
        <a:solidFill xmlns:a="http://schemas.openxmlformats.org/drawingml/2006/main">
          <a:srgbClr val="F8F5F0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12211D"/>
              </a:solidFill>
              <a:latin typeface="Noto Sans"/>
              <a:ea typeface="Noto Sans"/>
              <a:cs typeface="Noto Sans"/>
            </a:defRPr>
          </a:pPr>
        </a:p>
      </c:txPr>
    </c:legend>
    <c:plotVisOnly val="1"/>
  </c:chart>
  <c:spPr>
    <a:solidFill xmlns:a="http://schemas.openxmlformats.org/drawingml/2006/main">
      <a:srgbClr val="F8F5F0"/>
    </a:solidFill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Baseline</c:v>
          </c:tx>
          <c:spPr>
            <a:solidFill xmlns:a="http://schemas.openxmlformats.org/drawingml/2006/main">
              <a:srgbClr val="103D35"/>
            </a:solidFill>
          </c:spPr>
          <c:invertIfNegative val="0"/>
          <c:cat>
            <c:strRef>
              <c:f>'Chart Data'!$A$2:$A$2</c:f>
              <c:strCache>
                <c:ptCount val="1"/>
                <c:pt idx="0">
                  <c:v>MUSK</c:v>
                </c:pt>
              </c:strCache>
            </c:strRef>
          </c:cat>
          <c:val>
            <c:numRef>
              <c:f>'Chart Data'!$B$2:$B$2</c:f>
              <c:numCache>
                <c:formatCode>0"%"</c:formatCode>
                <c:ptCount val="1"/>
                <c:pt idx="0">
                  <c:v>55.8</c:v>
                </c:pt>
              </c:numCache>
            </c:numRef>
          </c:val>
        </c:ser>
        <c:ser>
          <c:idx val="1"/>
          <c:order val="1"/>
          <c:tx>
            <c:v>Case-specific</c:v>
          </c:tx>
          <c:spPr>
            <a:solidFill xmlns:a="http://schemas.openxmlformats.org/drawingml/2006/main">
              <a:srgbClr val="D13D77"/>
            </a:solidFill>
          </c:spPr>
          <c:invertIfNegative val="0"/>
          <c:cat>
            <c:strRef>
              <c:f>'Chart Data'!$C$2:$C$2</c:f>
              <c:strCache>
                <c:ptCount val="1"/>
                <c:pt idx="0">
                  <c:v>MUSK</c:v>
                </c:pt>
              </c:strCache>
            </c:strRef>
          </c:cat>
          <c:val>
            <c:numRef>
              <c:f>'Chart Data'!$D$2:$D$2</c:f>
              <c:numCache>
                <c:formatCode>0"%"</c:formatCode>
                <c:ptCount val="1"/>
                <c:pt idx="0">
                  <c:v>71.2</c:v>
                </c:pt>
              </c:numCache>
            </c:numRef>
          </c:val>
        </c:ser>
        <c:dLbls>
          <c:numFmt formatCode="0.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 b="1">
                  <a:solidFill>
                    <a:srgbClr val="12211D"/>
                  </a:solidFill>
                  <a:latin typeface="Noto Sans"/>
                  <a:ea typeface="Noto Sans"/>
                  <a:cs typeface="Noto San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8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2211D"/>
                </a:solidFill>
                <a:latin typeface="Noto Sans"/>
                <a:ea typeface="Noto Sans"/>
                <a:cs typeface="Noto Sans"/>
              </a:defRPr>
            </a:pPr>
          </a:p>
        </c:txPr>
        <c:crossAx val="48672768"/>
      </c:catAx>
      <c:valAx>
        <c:axId val="48672768"/>
        <c:scaling>
          <c:orientation val="minMax"/>
          <c:max val="8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DDD8"/>
              </a:solidFill>
              <a:prstDash val="solid"/>
            </a:ln>
          </c:spPr>
        </c:majorGridlines>
        <c:numFmt formatCode="0&quot;%&quot;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pPr>
          </a:p>
        </c:txPr>
        <c:crossAx val="48650112"/>
        <c:crossBetween val="between"/>
        <c:majorUnit val="20"/>
      </c:valAx>
      <c:spPr>
        <a:solidFill xmlns:a="http://schemas.openxmlformats.org/drawingml/2006/main">
          <a:srgbClr val="F8F5F0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12211D"/>
              </a:solidFill>
              <a:latin typeface="Noto Sans"/>
              <a:ea typeface="Noto Sans"/>
              <a:cs typeface="Noto Sans"/>
            </a:defRPr>
          </a:pPr>
        </a:p>
      </c:txPr>
    </c:legend>
    <c:plotVisOnly val="1"/>
  </c:chart>
  <c:spPr>
    <a:solidFill xmlns:a="http://schemas.openxmlformats.org/drawingml/2006/main">
      <a:srgbClr val="F8F5F0"/>
    </a:solidFill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Baseline</c:v>
          </c:tx>
          <c:spPr>
            <a:solidFill xmlns:a="http://schemas.openxmlformats.org/drawingml/2006/main">
              <a:srgbClr val="103D35"/>
            </a:solidFill>
          </c:spPr>
          <c:invertIfNegative val="0"/>
          <c:cat>
            <c:strRef>
              <c:f>'Chart Data'!$A$2:$A$2</c:f>
              <c:strCache>
                <c:ptCount val="1"/>
                <c:pt idx="0">
                  <c:v>CONCH</c:v>
                </c:pt>
              </c:strCache>
            </c:strRef>
          </c:cat>
          <c:val>
            <c:numRef>
              <c:f>'Chart Data'!$B$2:$B$2</c:f>
              <c:numCache>
                <c:formatCode>0"%"</c:formatCode>
                <c:ptCount val="1"/>
                <c:pt idx="0">
                  <c:v>60.1</c:v>
                </c:pt>
              </c:numCache>
            </c:numRef>
          </c:val>
        </c:ser>
        <c:ser>
          <c:idx val="1"/>
          <c:order val="1"/>
          <c:tx>
            <c:v>Case-specific</c:v>
          </c:tx>
          <c:spPr>
            <a:solidFill xmlns:a="http://schemas.openxmlformats.org/drawingml/2006/main">
              <a:srgbClr val="D13D77"/>
            </a:solidFill>
          </c:spPr>
          <c:invertIfNegative val="0"/>
          <c:cat>
            <c:strRef>
              <c:f>'Chart Data'!$C$2:$C$2</c:f>
              <c:strCache>
                <c:ptCount val="1"/>
                <c:pt idx="0">
                  <c:v>CONCH</c:v>
                </c:pt>
              </c:strCache>
            </c:strRef>
          </c:cat>
          <c:val>
            <c:numRef>
              <c:f>'Chart Data'!$D$2:$D$2</c:f>
              <c:numCache>
                <c:formatCode>0"%"</c:formatCode>
                <c:ptCount val="1"/>
                <c:pt idx="0">
                  <c:v>72.1</c:v>
                </c:pt>
              </c:numCache>
            </c:numRef>
          </c:val>
        </c:ser>
        <c:dLbls>
          <c:numFmt formatCode="0.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 b="1">
                  <a:solidFill>
                    <a:srgbClr val="12211D"/>
                  </a:solidFill>
                  <a:latin typeface="Noto Sans"/>
                  <a:ea typeface="Noto Sans"/>
                  <a:cs typeface="Noto San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8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2211D"/>
                </a:solidFill>
                <a:latin typeface="Noto Sans"/>
                <a:ea typeface="Noto Sans"/>
                <a:cs typeface="Noto Sans"/>
              </a:defRPr>
            </a:pPr>
          </a:p>
        </c:txPr>
        <c:crossAx val="48672768"/>
      </c:catAx>
      <c:valAx>
        <c:axId val="48672768"/>
        <c:scaling>
          <c:orientation val="minMax"/>
          <c:max val="8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DDD8"/>
              </a:solidFill>
              <a:prstDash val="solid"/>
            </a:ln>
          </c:spPr>
        </c:majorGridlines>
        <c:numFmt formatCode="0&quot;%&quot;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pPr>
          </a:p>
        </c:txPr>
        <c:crossAx val="48650112"/>
        <c:crossBetween val="between"/>
        <c:majorUnit val="20"/>
      </c:valAx>
      <c:spPr>
        <a:solidFill xmlns:a="http://schemas.openxmlformats.org/drawingml/2006/main">
          <a:srgbClr val="F8F5F0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12211D"/>
              </a:solidFill>
              <a:latin typeface="Noto Sans"/>
              <a:ea typeface="Noto Sans"/>
              <a:cs typeface="Noto Sans"/>
            </a:defRPr>
          </a:pPr>
        </a:p>
      </c:txPr>
    </c:legend>
    <c:plotVisOnly val="1"/>
  </c:chart>
  <c:spPr>
    <a:solidFill xmlns:a="http://schemas.openxmlformats.org/drawingml/2006/main">
      <a:srgbClr val="F8F5F0"/>
    </a:solidFill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Original</c:v>
          </c:tx>
          <c:spPr>
            <a:solidFill xmlns:a="http://schemas.openxmlformats.org/drawingml/2006/main">
              <a:srgbClr val="103D35"/>
            </a:solidFill>
          </c:spPr>
          <c:invertIfNegative val="0"/>
          <c:cat>
            <c:strRef>
              <c:f>'Chart Data'!$A$2:$A$3</c:f>
              <c:strCache>
                <c:ptCount val="2"/>
                <c:pt idx="0">
                  <c:v>MUSK</c:v>
                </c:pt>
                <c:pt idx="1">
                  <c:v>PLIP</c:v>
                </c:pt>
              </c:strCache>
            </c:strRef>
          </c:cat>
          <c:val>
            <c:numRef>
              <c:f>'Chart Data'!$B$2:$B$3</c:f>
              <c:numCache>
                <c:formatCode>0"%"</c:formatCode>
                <c:ptCount val="2"/>
                <c:pt idx="0">
                  <c:v>89.6</c:v>
                </c:pt>
                <c:pt idx="1">
                  <c:v>82.9</c:v>
                </c:pt>
              </c:numCache>
            </c:numRef>
          </c:val>
        </c:ser>
        <c:ser>
          <c:idx val="1"/>
          <c:order val="1"/>
          <c:tx>
            <c:v>Individually tuned</c:v>
          </c:tx>
          <c:spPr>
            <a:solidFill xmlns:a="http://schemas.openxmlformats.org/drawingml/2006/main">
              <a:srgbClr val="D13D77"/>
            </a:solidFill>
          </c:spPr>
          <c:invertIfNegative val="0"/>
          <c:cat>
            <c:strRef>
              <c:f>'Chart Data'!$C$2:$C$3</c:f>
              <c:strCache>
                <c:ptCount val="2"/>
                <c:pt idx="0">
                  <c:v>MUSK</c:v>
                </c:pt>
                <c:pt idx="1">
                  <c:v>PLIP</c:v>
                </c:pt>
              </c:strCache>
            </c:strRef>
          </c:cat>
          <c:val>
            <c:numRef>
              <c:f>'Chart Data'!$D$2:$D$3</c:f>
              <c:numCache>
                <c:formatCode>0"%"</c:formatCode>
                <c:ptCount val="2"/>
                <c:pt idx="0">
                  <c:v>94</c:v>
                </c:pt>
                <c:pt idx="1">
                  <c:v>87.3</c:v>
                </c:pt>
              </c:numCache>
            </c:numRef>
          </c:val>
        </c:ser>
        <c:dLbls>
          <c:numFmt formatCode="0.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 b="1">
                  <a:solidFill>
                    <a:srgbClr val="12211D"/>
                  </a:solidFill>
                  <a:latin typeface="Noto Sans"/>
                  <a:ea typeface="Noto Sans"/>
                  <a:cs typeface="Noto San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2211D"/>
                </a:solidFill>
                <a:latin typeface="Noto Sans"/>
                <a:ea typeface="Noto Sans"/>
                <a:cs typeface="Noto Sans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7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DDD8"/>
              </a:solidFill>
              <a:prstDash val="solid"/>
            </a:ln>
          </c:spPr>
        </c:majorGridlines>
        <c:numFmt formatCode="0&quot;%&quot;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pPr>
          </a:p>
        </c:txPr>
        <c:crossAx val="48650112"/>
        <c:crossBetween val="between"/>
        <c:majorUnit val="10"/>
      </c:valAx>
      <c:spPr>
        <a:solidFill xmlns:a="http://schemas.openxmlformats.org/drawingml/2006/main">
          <a:srgbClr val="F8F5F0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12211D"/>
              </a:solidFill>
              <a:latin typeface="Noto Sans"/>
              <a:ea typeface="Noto Sans"/>
              <a:cs typeface="Noto Sans"/>
            </a:defRPr>
          </a:pPr>
        </a:p>
      </c:txPr>
    </c:legend>
    <c:plotVisOnly val="1"/>
  </c:chart>
  <c:spPr>
    <a:solidFill xmlns:a="http://schemas.openxmlformats.org/drawingml/2006/main">
      <a:srgbClr val="F8F5F0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034A37-875A-4F01-8DE7-D66CB29C4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762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3D35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F0F93F-C38B-4DBB-B3B9-220155B5070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fd4d7a7eef42cb"/>
          <a:srcRect xmlns:a="http://schemas.openxmlformats.org/drawingml/2006/main" l="10417" t="0" r="1041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62750" y="0"/>
            <a:ext cx="5429250" cy="6858000"/>
          </a:xfrm>
          <a:prstGeom xmlns:a="http://schemas.openxmlformats.org/drawingml/2006/main" prst="roundRect">
            <a:avLst>
              <a:gd name="adj" fmla="val 2807"/>
            </a:avLst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5AAAE8-C6DD-4250-BE73-14D08BD09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5334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4350" b="1" i="0">
                <a:solidFill>
                  <a:srgbClr val="FFFFFF"/>
                </a:solidFill>
                <a:latin typeface="Rubik"/>
                <a:ea typeface="Rubik"/>
                <a:cs typeface="Rubik"/>
              </a:defRPr>
            </a:defPPr>
            <a:lvl1pPr algn="l">
              <a:defRPr sz="4350" b="1" i="0">
                <a:solidFill>
                  <a:srgbClr val="FFFFFF"/>
                </a:solidFill>
                <a:latin typeface="Rubik"/>
                <a:ea typeface="Rubik"/>
                <a:cs typeface="Rubik"/>
              </a:defRPr>
            </a:lvl1pPr>
            <a:lvl2pPr algn="l">
              <a:defRPr sz="4350" b="1" i="0">
                <a:solidFill>
                  <a:srgbClr val="FFFFFF"/>
                </a:solidFill>
                <a:latin typeface="Rubik"/>
                <a:ea typeface="Rubik"/>
                <a:cs typeface="Rubik"/>
              </a:defRPr>
            </a:lvl2pPr>
            <a:lvl3pPr algn="l">
              <a:defRPr sz="4350" b="1" i="0">
                <a:solidFill>
                  <a:srgbClr val="FFFFFF"/>
                </a:solidFill>
                <a:latin typeface="Rubik"/>
                <a:ea typeface="Rubik"/>
                <a:cs typeface="Rubik"/>
              </a:defRPr>
            </a:lvl3pPr>
            <a:lvl4pPr algn="l">
              <a:defRPr sz="4350" b="1" i="0">
                <a:solidFill>
                  <a:srgbClr val="FFFFFF"/>
                </a:solidFill>
                <a:latin typeface="Rubik"/>
                <a:ea typeface="Rubik"/>
                <a:cs typeface="Rubik"/>
              </a:defRPr>
            </a:lvl4pPr>
            <a:lvl5pPr algn="l">
              <a:defRPr sz="4350" b="1" i="0">
                <a:solidFill>
                  <a:srgbClr val="FFFFFF"/>
                </a:solidFill>
                <a:latin typeface="Rubik"/>
                <a:ea typeface="Rubik"/>
                <a:cs typeface="Rubik"/>
              </a:defRPr>
            </a:lvl5pPr>
            <a:lvl6pPr algn="l">
              <a:defRPr sz="4350" b="1" i="0">
                <a:solidFill>
                  <a:srgbClr val="FFFFFF"/>
                </a:solidFill>
                <a:latin typeface="Rubik"/>
                <a:ea typeface="Rubik"/>
                <a:cs typeface="Rubik"/>
              </a:defRPr>
            </a:lvl6pPr>
            <a:lvl7pPr algn="l">
              <a:defRPr sz="4350" b="1" i="0">
                <a:solidFill>
                  <a:srgbClr val="FFFFFF"/>
                </a:solidFill>
                <a:latin typeface="Rubik"/>
                <a:ea typeface="Rubik"/>
                <a:cs typeface="Rubik"/>
              </a:defRPr>
            </a:lvl7pPr>
            <a:lvl8pPr algn="l">
              <a:defRPr sz="4350" b="1" i="0">
                <a:solidFill>
                  <a:srgbClr val="FFFFFF"/>
                </a:solidFill>
                <a:latin typeface="Rubik"/>
                <a:ea typeface="Rubik"/>
                <a:cs typeface="Rubik"/>
              </a:defRPr>
            </a:lvl8pPr>
            <a:lvl9pPr algn="l">
              <a:defRPr sz="4350" b="1" i="0">
                <a:solidFill>
                  <a:srgbClr val="FFFFFF"/>
                </a:solidFill>
                <a:latin typeface="Rubik"/>
                <a:ea typeface="Rubik"/>
                <a:cs typeface="Rubik"/>
              </a:defRPr>
            </a:lvl9pPr>
          </a:lstStyle>
          <a:p xmlns:a="http://schemas.openxmlformats.org/drawingml/2006/main">
            <a:pPr algn="l">
              <a:defRPr sz="4350" b="1" i="0">
                <a:solidFill>
                  <a:srgbClr val="FFFFFF"/>
                </a:solidFill>
                <a:latin typeface="Rubik"/>
                <a:ea typeface="Rubik"/>
                <a:cs typeface="Rubik"/>
              </a:defRPr>
            </a:pPr>
            <a:r>
              <a:rPr sz="4350" b="1" i="0">
                <a:solidFill>
                  <a:srgbClr val="FFFFFF"/>
                </a:solidFill>
                <a:latin typeface="Rubik"/>
                <a:ea typeface="Rubik"/>
                <a:cs typeface="Rubik"/>
              </a:rPr>
              <a:t>HistoPrompt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CFE01A-BDC0-461A-93BE-23F60CD55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5286375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2325" b="0" i="0">
                <a:solidFill>
                  <a:srgbClr val="E9F4EF"/>
                </a:solidFill>
                <a:latin typeface="Rubik"/>
                <a:ea typeface="Rubik"/>
                <a:cs typeface="Rubik"/>
              </a:defRPr>
            </a:defPPr>
            <a:lvl1pPr algn="l">
              <a:defRPr sz="2325" b="0" i="0">
                <a:solidFill>
                  <a:srgbClr val="E9F4EF"/>
                </a:solidFill>
                <a:latin typeface="Rubik"/>
                <a:ea typeface="Rubik"/>
                <a:cs typeface="Rubik"/>
              </a:defRPr>
            </a:lvl1pPr>
            <a:lvl2pPr algn="l">
              <a:defRPr sz="2325" b="0" i="0">
                <a:solidFill>
                  <a:srgbClr val="E9F4EF"/>
                </a:solidFill>
                <a:latin typeface="Rubik"/>
                <a:ea typeface="Rubik"/>
                <a:cs typeface="Rubik"/>
              </a:defRPr>
            </a:lvl2pPr>
            <a:lvl3pPr algn="l">
              <a:defRPr sz="2325" b="0" i="0">
                <a:solidFill>
                  <a:srgbClr val="E9F4EF"/>
                </a:solidFill>
                <a:latin typeface="Rubik"/>
                <a:ea typeface="Rubik"/>
                <a:cs typeface="Rubik"/>
              </a:defRPr>
            </a:lvl3pPr>
            <a:lvl4pPr algn="l">
              <a:defRPr sz="2325" b="0" i="0">
                <a:solidFill>
                  <a:srgbClr val="E9F4EF"/>
                </a:solidFill>
                <a:latin typeface="Rubik"/>
                <a:ea typeface="Rubik"/>
                <a:cs typeface="Rubik"/>
              </a:defRPr>
            </a:lvl4pPr>
            <a:lvl5pPr algn="l">
              <a:defRPr sz="2325" b="0" i="0">
                <a:solidFill>
                  <a:srgbClr val="E9F4EF"/>
                </a:solidFill>
                <a:latin typeface="Rubik"/>
                <a:ea typeface="Rubik"/>
                <a:cs typeface="Rubik"/>
              </a:defRPr>
            </a:lvl5pPr>
            <a:lvl6pPr algn="l">
              <a:defRPr sz="2325" b="0" i="0">
                <a:solidFill>
                  <a:srgbClr val="E9F4EF"/>
                </a:solidFill>
                <a:latin typeface="Rubik"/>
                <a:ea typeface="Rubik"/>
                <a:cs typeface="Rubik"/>
              </a:defRPr>
            </a:lvl6pPr>
            <a:lvl7pPr algn="l">
              <a:defRPr sz="2325" b="0" i="0">
                <a:solidFill>
                  <a:srgbClr val="E9F4EF"/>
                </a:solidFill>
                <a:latin typeface="Rubik"/>
                <a:ea typeface="Rubik"/>
                <a:cs typeface="Rubik"/>
              </a:defRPr>
            </a:lvl7pPr>
            <a:lvl8pPr algn="l">
              <a:defRPr sz="2325" b="0" i="0">
                <a:solidFill>
                  <a:srgbClr val="E9F4EF"/>
                </a:solidFill>
                <a:latin typeface="Rubik"/>
                <a:ea typeface="Rubik"/>
                <a:cs typeface="Rubik"/>
              </a:defRPr>
            </a:lvl8pPr>
            <a:lvl9pPr algn="l">
              <a:defRPr sz="2325" b="0" i="0">
                <a:solidFill>
                  <a:srgbClr val="E9F4EF"/>
                </a:solidFill>
                <a:latin typeface="Rubik"/>
                <a:ea typeface="Rubik"/>
                <a:cs typeface="Rubik"/>
              </a:defRPr>
            </a:lvl9pPr>
          </a:lstStyle>
          <a:p xmlns:a="http://schemas.openxmlformats.org/drawingml/2006/main">
            <a:pPr algn="l">
              <a:defRPr sz="2325" b="0" i="0">
                <a:solidFill>
                  <a:srgbClr val="E9F4EF"/>
                </a:solidFill>
                <a:latin typeface="Rubik"/>
                <a:ea typeface="Rubik"/>
                <a:cs typeface="Rubik"/>
              </a:defRPr>
            </a:pPr>
            <a:r>
              <a:rPr sz="2325" b="0" i="0">
                <a:solidFill>
                  <a:srgbClr val="E9F4EF"/>
                </a:solidFill>
                <a:latin typeface="Rubik"/>
                <a:ea typeface="Rubik"/>
                <a:cs typeface="Rubik"/>
              </a:rPr>
              <a:t>Model-aware prompting for pathology review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5AE9A5-464D-4468-99A6-1BAE8CFA7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350" b="1" i="0">
                <a:solidFill>
                  <a:srgbClr val="F2C96B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1350" b="1" i="0">
                <a:solidFill>
                  <a:srgbClr val="F2C96B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1350" b="1" i="0">
                <a:solidFill>
                  <a:srgbClr val="F2C96B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1350" b="1" i="0">
                <a:solidFill>
                  <a:srgbClr val="F2C96B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1350" b="1" i="0">
                <a:solidFill>
                  <a:srgbClr val="F2C96B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1350" b="1" i="0">
                <a:solidFill>
                  <a:srgbClr val="F2C96B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1350" b="1" i="0">
                <a:solidFill>
                  <a:srgbClr val="F2C96B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1350" b="1" i="0">
                <a:solidFill>
                  <a:srgbClr val="F2C96B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1350" b="1" i="0">
                <a:solidFill>
                  <a:srgbClr val="F2C96B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1350" b="1" i="0">
                <a:solidFill>
                  <a:srgbClr val="F2C96B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1350" b="1" i="0">
                <a:solidFill>
                  <a:srgbClr val="F2C96B"/>
                </a:solidFill>
                <a:latin typeface="Noto Sans"/>
                <a:ea typeface="Noto Sans"/>
                <a:cs typeface="Noto Sans"/>
              </a:defRPr>
            </a:pPr>
            <a:r>
              <a:rPr sz="1350" b="1" i="0">
                <a:solidFill>
                  <a:srgbClr val="F2C96B"/>
                </a:solidFill>
                <a:latin typeface="Noto Sans"/>
                <a:ea typeface="Noto Sans"/>
                <a:cs typeface="Noto Sans"/>
              </a:rPr>
              <a:t>2026 Ashby Prize Hackathon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228D11-A8D1-4540-A775-D04E46268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10200"/>
            <a:ext cx="5238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350" b="0" i="0">
                <a:solidFill>
                  <a:srgbClr val="D3E7DF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1350" b="0" i="0">
                <a:solidFill>
                  <a:srgbClr val="D3E7DF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1350" b="0" i="0">
                <a:solidFill>
                  <a:srgbClr val="D3E7DF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1350" b="0" i="0">
                <a:solidFill>
                  <a:srgbClr val="D3E7DF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1350" b="0" i="0">
                <a:solidFill>
                  <a:srgbClr val="D3E7DF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1350" b="0" i="0">
                <a:solidFill>
                  <a:srgbClr val="D3E7DF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1350" b="0" i="0">
                <a:solidFill>
                  <a:srgbClr val="D3E7DF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1350" b="0" i="0">
                <a:solidFill>
                  <a:srgbClr val="D3E7DF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1350" b="0" i="0">
                <a:solidFill>
                  <a:srgbClr val="D3E7DF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1350" b="0" i="0">
                <a:solidFill>
                  <a:srgbClr val="D3E7DF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1350" b="0" i="0">
                <a:solidFill>
                  <a:srgbClr val="D3E7DF"/>
                </a:solidFill>
                <a:latin typeface="Noto Sans"/>
                <a:ea typeface="Noto Sans"/>
                <a:cs typeface="Noto Sans"/>
              </a:defRPr>
            </a:pPr>
            <a:r>
              <a:rPr sz="1350" b="0" i="0">
                <a:solidFill>
                  <a:srgbClr val="D3E7DF"/>
                </a:solidFill>
                <a:latin typeface="Noto Sans"/>
                <a:ea typeface="Noto Sans"/>
                <a:cs typeface="Noto Sans"/>
              </a:rPr>
              <a:t>Built on PathGen, four NCSA pathology models, Delta, and Lumen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6E942B-0033-4D3D-9FA9-B117B0496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63436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r">
              <a:defRPr sz="825" b="1" i="0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defPPr>
            <a:lvl1pPr algn="r">
              <a:defRPr sz="825" b="1" i="0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1pPr>
            <a:lvl2pPr algn="r">
              <a:defRPr sz="825" b="1" i="0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2pPr>
            <a:lvl3pPr algn="r">
              <a:defRPr sz="825" b="1" i="0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3pPr>
            <a:lvl4pPr algn="r">
              <a:defRPr sz="825" b="1" i="0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4pPr>
            <a:lvl5pPr algn="r">
              <a:defRPr sz="825" b="1" i="0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5pPr>
            <a:lvl6pPr algn="r">
              <a:defRPr sz="825" b="1" i="0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6pPr>
            <a:lvl7pPr algn="r">
              <a:defRPr sz="825" b="1" i="0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7pPr>
            <a:lvl8pPr algn="r">
              <a:defRPr sz="825" b="1" i="0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8pPr>
            <a:lvl9pPr algn="r">
              <a:defRPr sz="825" b="1" i="0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r">
              <a:defRPr sz="825" b="1" i="0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825" b="1" i="0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Research prototype</a:t>
            </a:r>
          </a:p>
        </p:txBody>
      </p:sp>
    </p:spTree>
    <p:extLst>
      <p:ext uri="{BB962C8B-B14F-4D97-AF65-F5344CB8AC3E}">
        <p14:creationId xmlns:p14="http://schemas.microsoft.com/office/powerpoint/2010/main" val="75890148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5AB35D8-2B6C-4B68-8518-01CAE9479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47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255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defPPr>
            <a:lvl1pPr algn="l">
              <a:defRPr sz="255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1pPr>
            <a:lvl2pPr algn="l">
              <a:defRPr sz="255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2pPr>
            <a:lvl3pPr algn="l">
              <a:defRPr sz="255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3pPr>
            <a:lvl4pPr algn="l">
              <a:defRPr sz="255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4pPr>
            <a:lvl5pPr algn="l">
              <a:defRPr sz="255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5pPr>
            <a:lvl6pPr algn="l">
              <a:defRPr sz="255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6pPr>
            <a:lvl7pPr algn="l">
              <a:defRPr sz="255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7pPr>
            <a:lvl8pPr algn="l">
              <a:defRPr sz="255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8pPr>
            <a:lvl9pPr algn="l">
              <a:defRPr sz="255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9pPr>
          </a:lstStyle>
          <a:p xmlns:a="http://schemas.openxmlformats.org/drawingml/2006/main">
            <a:pPr algn="l">
              <a:defRPr sz="255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pPr>
            <a:r>
              <a:rPr sz="2550" b="1" i="0">
                <a:solidFill>
                  <a:srgbClr val="12211D"/>
                </a:solidFill>
                <a:latin typeface="Rubik"/>
                <a:ea typeface="Rubik"/>
                <a:cs typeface="Rubik"/>
              </a:rPr>
              <a:t>Five disciplines, one pathology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DEC31C-C612-4628-95A7-68093FFF5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62025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4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14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14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14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14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14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14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14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14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14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14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pPr>
            <a:r>
              <a:rPr sz="1425" b="0" i="0">
                <a:solidFill>
                  <a:srgbClr val="5D6B66"/>
                </a:solidFill>
                <a:latin typeface="Noto Sans"/>
                <a:ea typeface="Noto Sans"/>
                <a:cs typeface="Noto Sans"/>
              </a:rPr>
              <a:t>Our team combines quantitative science, software, biomedical engineering, and domain-oriented evaluation.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8281C5-C98E-4449-AB1D-5020DF1C6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D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DD9F12-71C4-4A01-8F00-D5D55FF79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67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67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67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67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67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67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67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67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67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67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67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pPr>
            <a:r>
              <a:rPr sz="675" b="0" i="0">
                <a:solidFill>
                  <a:srgbClr val="5D6B66"/>
                </a:solidFill>
                <a:latin typeface="Noto Sans"/>
                <a:ea typeface="Noto Sans"/>
                <a:cs typeface="Noto Sans"/>
              </a:rPr>
              <a:t>University of Illinois Urbana-Champaign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2C5565-E708-4860-B74C-07E15EACD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5151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r">
              <a:defRPr sz="825" b="1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defPPr>
            <a:lvl1pPr algn="r">
              <a:defRPr sz="825" b="1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1pPr>
            <a:lvl2pPr algn="r">
              <a:defRPr sz="825" b="1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2pPr>
            <a:lvl3pPr algn="r">
              <a:defRPr sz="825" b="1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3pPr>
            <a:lvl4pPr algn="r">
              <a:defRPr sz="825" b="1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4pPr>
            <a:lvl5pPr algn="r">
              <a:defRPr sz="825" b="1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5pPr>
            <a:lvl6pPr algn="r">
              <a:defRPr sz="825" b="1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6pPr>
            <a:lvl7pPr algn="r">
              <a:defRPr sz="825" b="1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7pPr>
            <a:lvl8pPr algn="r">
              <a:defRPr sz="825" b="1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8pPr>
            <a:lvl9pPr algn="r">
              <a:defRPr sz="825" b="1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r">
              <a:defRPr sz="825" b="1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pPr>
            <a:r>
              <a:rPr sz="825" b="1" i="0">
                <a:solidFill>
                  <a:srgbClr val="5D6B66"/>
                </a:solidFill>
                <a:latin typeface="Noto Sans"/>
                <a:ea typeface="Noto Sans"/>
                <a:cs typeface="Noto Sans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2A08D2-B212-4A38-B14D-9926FC73D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409700"/>
            <a:ext cx="10553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275" b="1" i="0">
                <a:solidFill>
                  <a:srgbClr val="D13D77"/>
                </a:solidFill>
                <a:latin typeface="Rubik"/>
                <a:ea typeface="Rubik"/>
                <a:cs typeface="Rubik"/>
              </a:defRPr>
            </a:defPPr>
            <a:lvl1pPr algn="ctr">
              <a:defRPr sz="1275" b="1" i="0">
                <a:solidFill>
                  <a:srgbClr val="D13D77"/>
                </a:solidFill>
                <a:latin typeface="Rubik"/>
                <a:ea typeface="Rubik"/>
                <a:cs typeface="Rubik"/>
              </a:defRPr>
            </a:lvl1pPr>
            <a:lvl2pPr algn="ctr">
              <a:defRPr sz="1275" b="1" i="0">
                <a:solidFill>
                  <a:srgbClr val="D13D77"/>
                </a:solidFill>
                <a:latin typeface="Rubik"/>
                <a:ea typeface="Rubik"/>
                <a:cs typeface="Rubik"/>
              </a:defRPr>
            </a:lvl2pPr>
            <a:lvl3pPr algn="ctr">
              <a:defRPr sz="1275" b="1" i="0">
                <a:solidFill>
                  <a:srgbClr val="D13D77"/>
                </a:solidFill>
                <a:latin typeface="Rubik"/>
                <a:ea typeface="Rubik"/>
                <a:cs typeface="Rubik"/>
              </a:defRPr>
            </a:lvl3pPr>
            <a:lvl4pPr algn="ctr">
              <a:defRPr sz="1275" b="1" i="0">
                <a:solidFill>
                  <a:srgbClr val="D13D77"/>
                </a:solidFill>
                <a:latin typeface="Rubik"/>
                <a:ea typeface="Rubik"/>
                <a:cs typeface="Rubik"/>
              </a:defRPr>
            </a:lvl4pPr>
            <a:lvl5pPr algn="ctr">
              <a:defRPr sz="1275" b="1" i="0">
                <a:solidFill>
                  <a:srgbClr val="D13D77"/>
                </a:solidFill>
                <a:latin typeface="Rubik"/>
                <a:ea typeface="Rubik"/>
                <a:cs typeface="Rubik"/>
              </a:defRPr>
            </a:lvl5pPr>
            <a:lvl6pPr algn="ctr">
              <a:defRPr sz="1275" b="1" i="0">
                <a:solidFill>
                  <a:srgbClr val="D13D77"/>
                </a:solidFill>
                <a:latin typeface="Rubik"/>
                <a:ea typeface="Rubik"/>
                <a:cs typeface="Rubik"/>
              </a:defRPr>
            </a:lvl6pPr>
            <a:lvl7pPr algn="ctr">
              <a:defRPr sz="1275" b="1" i="0">
                <a:solidFill>
                  <a:srgbClr val="D13D77"/>
                </a:solidFill>
                <a:latin typeface="Rubik"/>
                <a:ea typeface="Rubik"/>
                <a:cs typeface="Rubik"/>
              </a:defRPr>
            </a:lvl7pPr>
            <a:lvl8pPr algn="ctr">
              <a:defRPr sz="1275" b="1" i="0">
                <a:solidFill>
                  <a:srgbClr val="D13D77"/>
                </a:solidFill>
                <a:latin typeface="Rubik"/>
                <a:ea typeface="Rubik"/>
                <a:cs typeface="Rubik"/>
              </a:defRPr>
            </a:lvl8pPr>
            <a:lvl9pPr algn="ctr">
              <a:defRPr sz="1275" b="1" i="0">
                <a:solidFill>
                  <a:srgbClr val="D13D77"/>
                </a:solidFill>
                <a:latin typeface="Rubik"/>
                <a:ea typeface="Rubik"/>
                <a:cs typeface="Rubik"/>
              </a:defRPr>
            </a:lvl9pPr>
          </a:lstStyle>
          <a:p xmlns:a="http://schemas.openxmlformats.org/drawingml/2006/main">
            <a:pPr algn="ctr">
              <a:defRPr sz="1275" b="1" i="0">
                <a:solidFill>
                  <a:srgbClr val="D13D77"/>
                </a:solidFill>
                <a:latin typeface="Rubik"/>
                <a:ea typeface="Rubik"/>
                <a:cs typeface="Rubik"/>
              </a:defRPr>
            </a:pPr>
            <a:r>
              <a:rPr sz="1275" b="1" i="0">
                <a:solidFill>
                  <a:srgbClr val="D13D77"/>
                </a:solidFill>
                <a:latin typeface="Rubik"/>
                <a:ea typeface="Rubik"/>
                <a:cs typeface="Rubik"/>
              </a:rPr>
              <a:t>ASTRONOMY  ·  BIOENGINEERING  ·  COMPUTING  ·  PHYSICS  ·  MATHEMATICS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A53409-7DCB-46D4-BB1B-2DA16CE8A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38350"/>
            <a:ext cx="3390900" cy="1581150"/>
          </a:xfrm>
          <a:prstGeom xmlns:a="http://schemas.openxmlformats.org/drawingml/2006/main" prst="roundRect">
            <a:avLst>
              <a:gd name="adj" fmla="val 12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D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16E6F1-4426-4D45-A805-A553BA941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38350"/>
            <a:ext cx="952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3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E7D1DA-2699-49AA-B3E4-2E30A3E25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479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575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defPPr>
            <a:lvl1pPr algn="l">
              <a:defRPr sz="1575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1pPr>
            <a:lvl2pPr algn="l">
              <a:defRPr sz="1575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2pPr>
            <a:lvl3pPr algn="l">
              <a:defRPr sz="1575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3pPr>
            <a:lvl4pPr algn="l">
              <a:defRPr sz="1575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4pPr>
            <a:lvl5pPr algn="l">
              <a:defRPr sz="1575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5pPr>
            <a:lvl6pPr algn="l">
              <a:defRPr sz="1575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6pPr>
            <a:lvl7pPr algn="l">
              <a:defRPr sz="1575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7pPr>
            <a:lvl8pPr algn="l">
              <a:defRPr sz="1575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8pPr>
            <a:lvl9pPr algn="l">
              <a:defRPr sz="1575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9pPr>
          </a:lstStyle>
          <a:p xmlns:a="http://schemas.openxmlformats.org/drawingml/2006/main">
            <a:pPr algn="l">
              <a:defRPr sz="1575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pPr>
            <a:r>
              <a:rPr sz="1575" b="1" i="0">
                <a:solidFill>
                  <a:srgbClr val="12211D"/>
                </a:solidFill>
                <a:latin typeface="Rubik"/>
                <a:ea typeface="Rubik"/>
                <a:cs typeface="Rubik"/>
              </a:rPr>
              <a:t>Aditya Arunachalam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70A2E7-558C-4929-82D8-7FCAE6A54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6700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1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11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11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11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11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11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11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11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11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11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11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pPr>
            <a:r>
              <a:rPr sz="1125" b="0" i="0">
                <a:solidFill>
                  <a:srgbClr val="5D6B66"/>
                </a:solidFill>
                <a:latin typeface="Noto Sans"/>
                <a:ea typeface="Noto Sans"/>
                <a:cs typeface="Noto Sans"/>
              </a:rPr>
              <a:t>Astronomy Department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E43083-54CD-4FF0-87D3-DB4E567AA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575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975" b="1" i="0">
                <a:solidFill>
                  <a:srgbClr val="6A3F78"/>
                </a:solidFill>
                <a:latin typeface="Rubik"/>
                <a:ea typeface="Rubik"/>
                <a:cs typeface="Rubik"/>
              </a:defRPr>
            </a:defPPr>
            <a:lvl1pPr algn="l">
              <a:defRPr sz="975" b="1" i="0">
                <a:solidFill>
                  <a:srgbClr val="6A3F78"/>
                </a:solidFill>
                <a:latin typeface="Rubik"/>
                <a:ea typeface="Rubik"/>
                <a:cs typeface="Rubik"/>
              </a:defRPr>
            </a:lvl1pPr>
            <a:lvl2pPr algn="l">
              <a:defRPr sz="975" b="1" i="0">
                <a:solidFill>
                  <a:srgbClr val="6A3F78"/>
                </a:solidFill>
                <a:latin typeface="Rubik"/>
                <a:ea typeface="Rubik"/>
                <a:cs typeface="Rubik"/>
              </a:defRPr>
            </a:lvl2pPr>
            <a:lvl3pPr algn="l">
              <a:defRPr sz="975" b="1" i="0">
                <a:solidFill>
                  <a:srgbClr val="6A3F78"/>
                </a:solidFill>
                <a:latin typeface="Rubik"/>
                <a:ea typeface="Rubik"/>
                <a:cs typeface="Rubik"/>
              </a:defRPr>
            </a:lvl3pPr>
            <a:lvl4pPr algn="l">
              <a:defRPr sz="975" b="1" i="0">
                <a:solidFill>
                  <a:srgbClr val="6A3F78"/>
                </a:solidFill>
                <a:latin typeface="Rubik"/>
                <a:ea typeface="Rubik"/>
                <a:cs typeface="Rubik"/>
              </a:defRPr>
            </a:lvl4pPr>
            <a:lvl5pPr algn="l">
              <a:defRPr sz="975" b="1" i="0">
                <a:solidFill>
                  <a:srgbClr val="6A3F78"/>
                </a:solidFill>
                <a:latin typeface="Rubik"/>
                <a:ea typeface="Rubik"/>
                <a:cs typeface="Rubik"/>
              </a:defRPr>
            </a:lvl5pPr>
            <a:lvl6pPr algn="l">
              <a:defRPr sz="975" b="1" i="0">
                <a:solidFill>
                  <a:srgbClr val="6A3F78"/>
                </a:solidFill>
                <a:latin typeface="Rubik"/>
                <a:ea typeface="Rubik"/>
                <a:cs typeface="Rubik"/>
              </a:defRPr>
            </a:lvl6pPr>
            <a:lvl7pPr algn="l">
              <a:defRPr sz="975" b="1" i="0">
                <a:solidFill>
                  <a:srgbClr val="6A3F78"/>
                </a:solidFill>
                <a:latin typeface="Rubik"/>
                <a:ea typeface="Rubik"/>
                <a:cs typeface="Rubik"/>
              </a:defRPr>
            </a:lvl7pPr>
            <a:lvl8pPr algn="l">
              <a:defRPr sz="975" b="1" i="0">
                <a:solidFill>
                  <a:srgbClr val="6A3F78"/>
                </a:solidFill>
                <a:latin typeface="Rubik"/>
                <a:ea typeface="Rubik"/>
                <a:cs typeface="Rubik"/>
              </a:defRPr>
            </a:lvl8pPr>
            <a:lvl9pPr algn="l">
              <a:defRPr sz="975" b="1" i="0">
                <a:solidFill>
                  <a:srgbClr val="6A3F78"/>
                </a:solidFill>
                <a:latin typeface="Rubik"/>
                <a:ea typeface="Rubik"/>
                <a:cs typeface="Rubik"/>
              </a:defRPr>
            </a:lvl9pPr>
          </a:lstStyle>
          <a:p xmlns:a="http://schemas.openxmlformats.org/drawingml/2006/main">
            <a:pPr algn="l">
              <a:defRPr sz="975" b="1" i="0">
                <a:solidFill>
                  <a:srgbClr val="6A3F78"/>
                </a:solidFill>
                <a:latin typeface="Rubik"/>
                <a:ea typeface="Rubik"/>
                <a:cs typeface="Rubik"/>
              </a:defRPr>
            </a:pPr>
            <a:r>
              <a:rPr sz="975" b="1" i="0">
                <a:solidFill>
                  <a:srgbClr val="6A3F78"/>
                </a:solidFill>
                <a:latin typeface="Rubik"/>
                <a:ea typeface="Rubik"/>
                <a:cs typeface="Rubik"/>
              </a:rPr>
              <a:t>ASTRONOMY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79F82C-486E-4579-97B6-092F2BD11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038350"/>
            <a:ext cx="3390900" cy="1581150"/>
          </a:xfrm>
          <a:prstGeom xmlns:a="http://schemas.openxmlformats.org/drawingml/2006/main" prst="roundRect">
            <a:avLst>
              <a:gd name="adj" fmla="val 12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D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32E0AF-D2D9-403A-BF57-D50F5A1C5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038350"/>
            <a:ext cx="952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D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058A68-2805-4AF5-AAEC-C10EEC66A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2479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575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defPPr>
            <a:lvl1pPr algn="l">
              <a:defRPr sz="1575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1pPr>
            <a:lvl2pPr algn="l">
              <a:defRPr sz="1575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2pPr>
            <a:lvl3pPr algn="l">
              <a:defRPr sz="1575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3pPr>
            <a:lvl4pPr algn="l">
              <a:defRPr sz="1575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4pPr>
            <a:lvl5pPr algn="l">
              <a:defRPr sz="1575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5pPr>
            <a:lvl6pPr algn="l">
              <a:defRPr sz="1575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6pPr>
            <a:lvl7pPr algn="l">
              <a:defRPr sz="1575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7pPr>
            <a:lvl8pPr algn="l">
              <a:defRPr sz="1575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8pPr>
            <a:lvl9pPr algn="l">
              <a:defRPr sz="1575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9pPr>
          </a:lstStyle>
          <a:p xmlns:a="http://schemas.openxmlformats.org/drawingml/2006/main">
            <a:pPr algn="l">
              <a:defRPr sz="1575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pPr>
            <a:r>
              <a:rPr sz="1575" b="1" i="0">
                <a:solidFill>
                  <a:srgbClr val="12211D"/>
                </a:solidFill>
                <a:latin typeface="Rubik"/>
                <a:ea typeface="Rubik"/>
                <a:cs typeface="Rubik"/>
              </a:rPr>
              <a:t>David Wang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FDEF1E-98D3-4317-B983-F27EC3602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66700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1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11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11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11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11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11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11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11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11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11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11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pPr>
            <a:r>
              <a:rPr sz="1125" b="0" i="0">
                <a:solidFill>
                  <a:srgbClr val="5D6B66"/>
                </a:solidFill>
                <a:latin typeface="Noto Sans"/>
                <a:ea typeface="Noto Sans"/>
                <a:cs typeface="Noto Sans"/>
              </a:rPr>
              <a:t>Department of Bioengineering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C8B1A5-3FDF-49FD-A5BA-4E834E919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2575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975" b="1" i="0">
                <a:solidFill>
                  <a:srgbClr val="007D68"/>
                </a:solidFill>
                <a:latin typeface="Rubik"/>
                <a:ea typeface="Rubik"/>
                <a:cs typeface="Rubik"/>
              </a:defRPr>
            </a:defPPr>
            <a:lvl1pPr algn="l">
              <a:defRPr sz="975" b="1" i="0">
                <a:solidFill>
                  <a:srgbClr val="007D68"/>
                </a:solidFill>
                <a:latin typeface="Rubik"/>
                <a:ea typeface="Rubik"/>
                <a:cs typeface="Rubik"/>
              </a:defRPr>
            </a:lvl1pPr>
            <a:lvl2pPr algn="l">
              <a:defRPr sz="975" b="1" i="0">
                <a:solidFill>
                  <a:srgbClr val="007D68"/>
                </a:solidFill>
                <a:latin typeface="Rubik"/>
                <a:ea typeface="Rubik"/>
                <a:cs typeface="Rubik"/>
              </a:defRPr>
            </a:lvl2pPr>
            <a:lvl3pPr algn="l">
              <a:defRPr sz="975" b="1" i="0">
                <a:solidFill>
                  <a:srgbClr val="007D68"/>
                </a:solidFill>
                <a:latin typeface="Rubik"/>
                <a:ea typeface="Rubik"/>
                <a:cs typeface="Rubik"/>
              </a:defRPr>
            </a:lvl3pPr>
            <a:lvl4pPr algn="l">
              <a:defRPr sz="975" b="1" i="0">
                <a:solidFill>
                  <a:srgbClr val="007D68"/>
                </a:solidFill>
                <a:latin typeface="Rubik"/>
                <a:ea typeface="Rubik"/>
                <a:cs typeface="Rubik"/>
              </a:defRPr>
            </a:lvl4pPr>
            <a:lvl5pPr algn="l">
              <a:defRPr sz="975" b="1" i="0">
                <a:solidFill>
                  <a:srgbClr val="007D68"/>
                </a:solidFill>
                <a:latin typeface="Rubik"/>
                <a:ea typeface="Rubik"/>
                <a:cs typeface="Rubik"/>
              </a:defRPr>
            </a:lvl5pPr>
            <a:lvl6pPr algn="l">
              <a:defRPr sz="975" b="1" i="0">
                <a:solidFill>
                  <a:srgbClr val="007D68"/>
                </a:solidFill>
                <a:latin typeface="Rubik"/>
                <a:ea typeface="Rubik"/>
                <a:cs typeface="Rubik"/>
              </a:defRPr>
            </a:lvl6pPr>
            <a:lvl7pPr algn="l">
              <a:defRPr sz="975" b="1" i="0">
                <a:solidFill>
                  <a:srgbClr val="007D68"/>
                </a:solidFill>
                <a:latin typeface="Rubik"/>
                <a:ea typeface="Rubik"/>
                <a:cs typeface="Rubik"/>
              </a:defRPr>
            </a:lvl7pPr>
            <a:lvl8pPr algn="l">
              <a:defRPr sz="975" b="1" i="0">
                <a:solidFill>
                  <a:srgbClr val="007D68"/>
                </a:solidFill>
                <a:latin typeface="Rubik"/>
                <a:ea typeface="Rubik"/>
                <a:cs typeface="Rubik"/>
              </a:defRPr>
            </a:lvl8pPr>
            <a:lvl9pPr algn="l">
              <a:defRPr sz="975" b="1" i="0">
                <a:solidFill>
                  <a:srgbClr val="007D68"/>
                </a:solidFill>
                <a:latin typeface="Rubik"/>
                <a:ea typeface="Rubik"/>
                <a:cs typeface="Rubik"/>
              </a:defRPr>
            </a:lvl9pPr>
          </a:lstStyle>
          <a:p xmlns:a="http://schemas.openxmlformats.org/drawingml/2006/main">
            <a:pPr algn="l">
              <a:defRPr sz="975" b="1" i="0">
                <a:solidFill>
                  <a:srgbClr val="007D68"/>
                </a:solidFill>
                <a:latin typeface="Rubik"/>
                <a:ea typeface="Rubik"/>
                <a:cs typeface="Rubik"/>
              </a:defRPr>
            </a:pPr>
            <a:r>
              <a:rPr sz="975" b="1" i="0">
                <a:solidFill>
                  <a:srgbClr val="007D68"/>
                </a:solidFill>
                <a:latin typeface="Rubik"/>
                <a:ea typeface="Rubik"/>
                <a:cs typeface="Rubik"/>
              </a:rPr>
              <a:t>BIOENGINEERING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9E8F37-FF0A-4BF8-AF38-F4F95C2DA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038350"/>
            <a:ext cx="3390900" cy="1581150"/>
          </a:xfrm>
          <a:prstGeom xmlns:a="http://schemas.openxmlformats.org/drawingml/2006/main" prst="roundRect">
            <a:avLst>
              <a:gd name="adj" fmla="val 12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4D6476-C5D0-47DF-B2BA-90A66E799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038350"/>
            <a:ext cx="952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3D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C948F7-AF13-44EE-8011-62EBEBED8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2479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575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defPPr>
            <a:lvl1pPr algn="l">
              <a:defRPr sz="1575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1pPr>
            <a:lvl2pPr algn="l">
              <a:defRPr sz="1575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2pPr>
            <a:lvl3pPr algn="l">
              <a:defRPr sz="1575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3pPr>
            <a:lvl4pPr algn="l">
              <a:defRPr sz="1575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4pPr>
            <a:lvl5pPr algn="l">
              <a:defRPr sz="1575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5pPr>
            <a:lvl6pPr algn="l">
              <a:defRPr sz="1575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6pPr>
            <a:lvl7pPr algn="l">
              <a:defRPr sz="1575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7pPr>
            <a:lvl8pPr algn="l">
              <a:defRPr sz="1575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8pPr>
            <a:lvl9pPr algn="l">
              <a:defRPr sz="1575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9pPr>
          </a:lstStyle>
          <a:p xmlns:a="http://schemas.openxmlformats.org/drawingml/2006/main">
            <a:pPr algn="l">
              <a:defRPr sz="1575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pPr>
            <a:r>
              <a:rPr sz="1575" b="1" i="0">
                <a:solidFill>
                  <a:srgbClr val="12211D"/>
                </a:solidFill>
                <a:latin typeface="Rubik"/>
                <a:ea typeface="Rubik"/>
                <a:cs typeface="Rubik"/>
              </a:rPr>
              <a:t>Orlando Sirais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D8EF23-3DC3-434C-ABA3-897EEEE9E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66700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97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97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97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97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97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97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97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97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97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97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97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pPr>
            <a:r>
              <a:rPr sz="975" b="0" i="0">
                <a:solidFill>
                  <a:srgbClr val="5D6B66"/>
                </a:solidFill>
                <a:latin typeface="Noto Sans"/>
                <a:ea typeface="Noto Sans"/>
                <a:cs typeface="Noto Sans"/>
              </a:rPr>
              <a:t>Siebel School of Computing and Data Science</a:t>
            </a:r>
          </a:p>
          <a:p xmlns:a="http://schemas.openxmlformats.org/drawingml/2006/main">
            <a:pPr algn="l">
              <a:defRPr sz="97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pPr>
            <a:r>
              <a:rPr sz="975" b="0" i="0">
                <a:solidFill>
                  <a:srgbClr val="5D6B66"/>
                </a:solidFill>
                <a:latin typeface="Noto Sans"/>
                <a:ea typeface="Noto Sans"/>
                <a:cs typeface="Noto Sans"/>
              </a:rPr>
              <a:t>Department of Bioengineering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8E0D7F-DFF4-4A60-B236-A8BB641B3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2575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975" b="1" i="0">
                <a:solidFill>
                  <a:srgbClr val="D13D77"/>
                </a:solidFill>
                <a:latin typeface="Rubik"/>
                <a:ea typeface="Rubik"/>
                <a:cs typeface="Rubik"/>
              </a:defRPr>
            </a:defPPr>
            <a:lvl1pPr algn="l">
              <a:defRPr sz="975" b="1" i="0">
                <a:solidFill>
                  <a:srgbClr val="D13D77"/>
                </a:solidFill>
                <a:latin typeface="Rubik"/>
                <a:ea typeface="Rubik"/>
                <a:cs typeface="Rubik"/>
              </a:defRPr>
            </a:lvl1pPr>
            <a:lvl2pPr algn="l">
              <a:defRPr sz="975" b="1" i="0">
                <a:solidFill>
                  <a:srgbClr val="D13D77"/>
                </a:solidFill>
                <a:latin typeface="Rubik"/>
                <a:ea typeface="Rubik"/>
                <a:cs typeface="Rubik"/>
              </a:defRPr>
            </a:lvl2pPr>
            <a:lvl3pPr algn="l">
              <a:defRPr sz="975" b="1" i="0">
                <a:solidFill>
                  <a:srgbClr val="D13D77"/>
                </a:solidFill>
                <a:latin typeface="Rubik"/>
                <a:ea typeface="Rubik"/>
                <a:cs typeface="Rubik"/>
              </a:defRPr>
            </a:lvl3pPr>
            <a:lvl4pPr algn="l">
              <a:defRPr sz="975" b="1" i="0">
                <a:solidFill>
                  <a:srgbClr val="D13D77"/>
                </a:solidFill>
                <a:latin typeface="Rubik"/>
                <a:ea typeface="Rubik"/>
                <a:cs typeface="Rubik"/>
              </a:defRPr>
            </a:lvl4pPr>
            <a:lvl5pPr algn="l">
              <a:defRPr sz="975" b="1" i="0">
                <a:solidFill>
                  <a:srgbClr val="D13D77"/>
                </a:solidFill>
                <a:latin typeface="Rubik"/>
                <a:ea typeface="Rubik"/>
                <a:cs typeface="Rubik"/>
              </a:defRPr>
            </a:lvl5pPr>
            <a:lvl6pPr algn="l">
              <a:defRPr sz="975" b="1" i="0">
                <a:solidFill>
                  <a:srgbClr val="D13D77"/>
                </a:solidFill>
                <a:latin typeface="Rubik"/>
                <a:ea typeface="Rubik"/>
                <a:cs typeface="Rubik"/>
              </a:defRPr>
            </a:lvl6pPr>
            <a:lvl7pPr algn="l">
              <a:defRPr sz="975" b="1" i="0">
                <a:solidFill>
                  <a:srgbClr val="D13D77"/>
                </a:solidFill>
                <a:latin typeface="Rubik"/>
                <a:ea typeface="Rubik"/>
                <a:cs typeface="Rubik"/>
              </a:defRPr>
            </a:lvl7pPr>
            <a:lvl8pPr algn="l">
              <a:defRPr sz="975" b="1" i="0">
                <a:solidFill>
                  <a:srgbClr val="D13D77"/>
                </a:solidFill>
                <a:latin typeface="Rubik"/>
                <a:ea typeface="Rubik"/>
                <a:cs typeface="Rubik"/>
              </a:defRPr>
            </a:lvl8pPr>
            <a:lvl9pPr algn="l">
              <a:defRPr sz="975" b="1" i="0">
                <a:solidFill>
                  <a:srgbClr val="D13D77"/>
                </a:solidFill>
                <a:latin typeface="Rubik"/>
                <a:ea typeface="Rubik"/>
                <a:cs typeface="Rubik"/>
              </a:defRPr>
            </a:lvl9pPr>
          </a:lstStyle>
          <a:p xmlns:a="http://schemas.openxmlformats.org/drawingml/2006/main">
            <a:pPr algn="l">
              <a:defRPr sz="975" b="1" i="0">
                <a:solidFill>
                  <a:srgbClr val="D13D77"/>
                </a:solidFill>
                <a:latin typeface="Rubik"/>
                <a:ea typeface="Rubik"/>
                <a:cs typeface="Rubik"/>
              </a:defRPr>
            </a:pPr>
            <a:r>
              <a:rPr sz="975" b="1" i="0">
                <a:solidFill>
                  <a:srgbClr val="D13D77"/>
                </a:solidFill>
                <a:latin typeface="Rubik"/>
                <a:ea typeface="Rubik"/>
                <a:cs typeface="Rubik"/>
              </a:rPr>
              <a:t>COMPUTING + BIOENGINEERING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C2F2A3-FEDB-4370-92C3-5787A69E0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038600"/>
            <a:ext cx="3390900" cy="1581150"/>
          </a:xfrm>
          <a:prstGeom xmlns:a="http://schemas.openxmlformats.org/drawingml/2006/main" prst="roundRect">
            <a:avLst>
              <a:gd name="adj" fmla="val 12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D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ADD550-AFBC-463C-A9CC-8DE758DF8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038600"/>
            <a:ext cx="952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87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43EB5C0-7DCA-4212-8310-08C1AC6B0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2481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575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defPPr>
            <a:lvl1pPr algn="l">
              <a:defRPr sz="1575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1pPr>
            <a:lvl2pPr algn="l">
              <a:defRPr sz="1575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2pPr>
            <a:lvl3pPr algn="l">
              <a:defRPr sz="1575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3pPr>
            <a:lvl4pPr algn="l">
              <a:defRPr sz="1575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4pPr>
            <a:lvl5pPr algn="l">
              <a:defRPr sz="1575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5pPr>
            <a:lvl6pPr algn="l">
              <a:defRPr sz="1575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6pPr>
            <a:lvl7pPr algn="l">
              <a:defRPr sz="1575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7pPr>
            <a:lvl8pPr algn="l">
              <a:defRPr sz="1575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8pPr>
            <a:lvl9pPr algn="l">
              <a:defRPr sz="1575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9pPr>
          </a:lstStyle>
          <a:p xmlns:a="http://schemas.openxmlformats.org/drawingml/2006/main">
            <a:pPr algn="l">
              <a:defRPr sz="1575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pPr>
            <a:r>
              <a:rPr sz="1575" b="1" i="0">
                <a:solidFill>
                  <a:srgbClr val="12211D"/>
                </a:solidFill>
                <a:latin typeface="Rubik"/>
                <a:ea typeface="Rubik"/>
                <a:cs typeface="Rubik"/>
              </a:rPr>
              <a:t>Jaidev Balaji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357D74C-67FA-4C5A-8CCA-BC598FE67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66725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1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11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11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11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11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11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11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11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11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11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11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pPr>
            <a:r>
              <a:rPr sz="1125" b="0" i="0">
                <a:solidFill>
                  <a:srgbClr val="5D6B66"/>
                </a:solidFill>
                <a:latin typeface="Noto Sans"/>
                <a:ea typeface="Noto Sans"/>
                <a:cs typeface="Noto Sans"/>
              </a:rPr>
              <a:t>Department of Physics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F23AEE6-26F1-491A-A282-22D6F3F06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5257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975" b="1" i="0">
                <a:solidFill>
                  <a:srgbClr val="E9873C"/>
                </a:solidFill>
                <a:latin typeface="Rubik"/>
                <a:ea typeface="Rubik"/>
                <a:cs typeface="Rubik"/>
              </a:defRPr>
            </a:defPPr>
            <a:lvl1pPr algn="l">
              <a:defRPr sz="975" b="1" i="0">
                <a:solidFill>
                  <a:srgbClr val="E9873C"/>
                </a:solidFill>
                <a:latin typeface="Rubik"/>
                <a:ea typeface="Rubik"/>
                <a:cs typeface="Rubik"/>
              </a:defRPr>
            </a:lvl1pPr>
            <a:lvl2pPr algn="l">
              <a:defRPr sz="975" b="1" i="0">
                <a:solidFill>
                  <a:srgbClr val="E9873C"/>
                </a:solidFill>
                <a:latin typeface="Rubik"/>
                <a:ea typeface="Rubik"/>
                <a:cs typeface="Rubik"/>
              </a:defRPr>
            </a:lvl2pPr>
            <a:lvl3pPr algn="l">
              <a:defRPr sz="975" b="1" i="0">
                <a:solidFill>
                  <a:srgbClr val="E9873C"/>
                </a:solidFill>
                <a:latin typeface="Rubik"/>
                <a:ea typeface="Rubik"/>
                <a:cs typeface="Rubik"/>
              </a:defRPr>
            </a:lvl3pPr>
            <a:lvl4pPr algn="l">
              <a:defRPr sz="975" b="1" i="0">
                <a:solidFill>
                  <a:srgbClr val="E9873C"/>
                </a:solidFill>
                <a:latin typeface="Rubik"/>
                <a:ea typeface="Rubik"/>
                <a:cs typeface="Rubik"/>
              </a:defRPr>
            </a:lvl4pPr>
            <a:lvl5pPr algn="l">
              <a:defRPr sz="975" b="1" i="0">
                <a:solidFill>
                  <a:srgbClr val="E9873C"/>
                </a:solidFill>
                <a:latin typeface="Rubik"/>
                <a:ea typeface="Rubik"/>
                <a:cs typeface="Rubik"/>
              </a:defRPr>
            </a:lvl5pPr>
            <a:lvl6pPr algn="l">
              <a:defRPr sz="975" b="1" i="0">
                <a:solidFill>
                  <a:srgbClr val="E9873C"/>
                </a:solidFill>
                <a:latin typeface="Rubik"/>
                <a:ea typeface="Rubik"/>
                <a:cs typeface="Rubik"/>
              </a:defRPr>
            </a:lvl6pPr>
            <a:lvl7pPr algn="l">
              <a:defRPr sz="975" b="1" i="0">
                <a:solidFill>
                  <a:srgbClr val="E9873C"/>
                </a:solidFill>
                <a:latin typeface="Rubik"/>
                <a:ea typeface="Rubik"/>
                <a:cs typeface="Rubik"/>
              </a:defRPr>
            </a:lvl7pPr>
            <a:lvl8pPr algn="l">
              <a:defRPr sz="975" b="1" i="0">
                <a:solidFill>
                  <a:srgbClr val="E9873C"/>
                </a:solidFill>
                <a:latin typeface="Rubik"/>
                <a:ea typeface="Rubik"/>
                <a:cs typeface="Rubik"/>
              </a:defRPr>
            </a:lvl8pPr>
            <a:lvl9pPr algn="l">
              <a:defRPr sz="975" b="1" i="0">
                <a:solidFill>
                  <a:srgbClr val="E9873C"/>
                </a:solidFill>
                <a:latin typeface="Rubik"/>
                <a:ea typeface="Rubik"/>
                <a:cs typeface="Rubik"/>
              </a:defRPr>
            </a:lvl9pPr>
          </a:lstStyle>
          <a:p xmlns:a="http://schemas.openxmlformats.org/drawingml/2006/main">
            <a:pPr algn="l">
              <a:defRPr sz="975" b="1" i="0">
                <a:solidFill>
                  <a:srgbClr val="E9873C"/>
                </a:solidFill>
                <a:latin typeface="Rubik"/>
                <a:ea typeface="Rubik"/>
                <a:cs typeface="Rubik"/>
              </a:defRPr>
            </a:pPr>
            <a:r>
              <a:rPr sz="975" b="1" i="0">
                <a:solidFill>
                  <a:srgbClr val="E9873C"/>
                </a:solidFill>
                <a:latin typeface="Rubik"/>
                <a:ea typeface="Rubik"/>
                <a:cs typeface="Rubik"/>
              </a:rPr>
              <a:t>PHYSICS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FD59A03-C062-41D3-AE45-CB5B450AF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38600"/>
            <a:ext cx="3390900" cy="1581150"/>
          </a:xfrm>
          <a:prstGeom xmlns:a="http://schemas.openxmlformats.org/drawingml/2006/main" prst="roundRect">
            <a:avLst>
              <a:gd name="adj" fmla="val 12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D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408968D-0172-4BDF-BF25-058437F37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38600"/>
            <a:ext cx="952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3D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32957CA-DD08-4193-A037-FDEDD1030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2481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575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defPPr>
            <a:lvl1pPr algn="l">
              <a:defRPr sz="1575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1pPr>
            <a:lvl2pPr algn="l">
              <a:defRPr sz="1575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2pPr>
            <a:lvl3pPr algn="l">
              <a:defRPr sz="1575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3pPr>
            <a:lvl4pPr algn="l">
              <a:defRPr sz="1575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4pPr>
            <a:lvl5pPr algn="l">
              <a:defRPr sz="1575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5pPr>
            <a:lvl6pPr algn="l">
              <a:defRPr sz="1575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6pPr>
            <a:lvl7pPr algn="l">
              <a:defRPr sz="1575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7pPr>
            <a:lvl8pPr algn="l">
              <a:defRPr sz="1575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8pPr>
            <a:lvl9pPr algn="l">
              <a:defRPr sz="1575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9pPr>
          </a:lstStyle>
          <a:p xmlns:a="http://schemas.openxmlformats.org/drawingml/2006/main">
            <a:pPr algn="l">
              <a:defRPr sz="1575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pPr>
            <a:r>
              <a:rPr sz="1575" b="1" i="0">
                <a:solidFill>
                  <a:srgbClr val="12211D"/>
                </a:solidFill>
                <a:latin typeface="Rubik"/>
                <a:ea typeface="Rubik"/>
                <a:cs typeface="Rubik"/>
              </a:rPr>
              <a:t>Karthik Sista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663FF37-4694-418F-B374-406300D93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66725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1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11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11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11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11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11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11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11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11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11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11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pPr>
            <a:r>
              <a:rPr sz="1125" b="0" i="0">
                <a:solidFill>
                  <a:srgbClr val="5D6B66"/>
                </a:solidFill>
                <a:latin typeface="Noto Sans"/>
                <a:ea typeface="Noto Sans"/>
                <a:cs typeface="Noto Sans"/>
              </a:rPr>
              <a:t>Department of Mathematics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36BA794-4AB9-41E5-A5EA-7A9E74E96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257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975" b="1" i="0">
                <a:solidFill>
                  <a:srgbClr val="103D35"/>
                </a:solidFill>
                <a:latin typeface="Rubik"/>
                <a:ea typeface="Rubik"/>
                <a:cs typeface="Rubik"/>
              </a:defRPr>
            </a:defPPr>
            <a:lvl1pPr algn="l">
              <a:defRPr sz="975" b="1" i="0">
                <a:solidFill>
                  <a:srgbClr val="103D35"/>
                </a:solidFill>
                <a:latin typeface="Rubik"/>
                <a:ea typeface="Rubik"/>
                <a:cs typeface="Rubik"/>
              </a:defRPr>
            </a:lvl1pPr>
            <a:lvl2pPr algn="l">
              <a:defRPr sz="975" b="1" i="0">
                <a:solidFill>
                  <a:srgbClr val="103D35"/>
                </a:solidFill>
                <a:latin typeface="Rubik"/>
                <a:ea typeface="Rubik"/>
                <a:cs typeface="Rubik"/>
              </a:defRPr>
            </a:lvl2pPr>
            <a:lvl3pPr algn="l">
              <a:defRPr sz="975" b="1" i="0">
                <a:solidFill>
                  <a:srgbClr val="103D35"/>
                </a:solidFill>
                <a:latin typeface="Rubik"/>
                <a:ea typeface="Rubik"/>
                <a:cs typeface="Rubik"/>
              </a:defRPr>
            </a:lvl3pPr>
            <a:lvl4pPr algn="l">
              <a:defRPr sz="975" b="1" i="0">
                <a:solidFill>
                  <a:srgbClr val="103D35"/>
                </a:solidFill>
                <a:latin typeface="Rubik"/>
                <a:ea typeface="Rubik"/>
                <a:cs typeface="Rubik"/>
              </a:defRPr>
            </a:lvl4pPr>
            <a:lvl5pPr algn="l">
              <a:defRPr sz="975" b="1" i="0">
                <a:solidFill>
                  <a:srgbClr val="103D35"/>
                </a:solidFill>
                <a:latin typeface="Rubik"/>
                <a:ea typeface="Rubik"/>
                <a:cs typeface="Rubik"/>
              </a:defRPr>
            </a:lvl5pPr>
            <a:lvl6pPr algn="l">
              <a:defRPr sz="975" b="1" i="0">
                <a:solidFill>
                  <a:srgbClr val="103D35"/>
                </a:solidFill>
                <a:latin typeface="Rubik"/>
                <a:ea typeface="Rubik"/>
                <a:cs typeface="Rubik"/>
              </a:defRPr>
            </a:lvl6pPr>
            <a:lvl7pPr algn="l">
              <a:defRPr sz="975" b="1" i="0">
                <a:solidFill>
                  <a:srgbClr val="103D35"/>
                </a:solidFill>
                <a:latin typeface="Rubik"/>
                <a:ea typeface="Rubik"/>
                <a:cs typeface="Rubik"/>
              </a:defRPr>
            </a:lvl7pPr>
            <a:lvl8pPr algn="l">
              <a:defRPr sz="975" b="1" i="0">
                <a:solidFill>
                  <a:srgbClr val="103D35"/>
                </a:solidFill>
                <a:latin typeface="Rubik"/>
                <a:ea typeface="Rubik"/>
                <a:cs typeface="Rubik"/>
              </a:defRPr>
            </a:lvl8pPr>
            <a:lvl9pPr algn="l">
              <a:defRPr sz="975" b="1" i="0">
                <a:solidFill>
                  <a:srgbClr val="103D35"/>
                </a:solidFill>
                <a:latin typeface="Rubik"/>
                <a:ea typeface="Rubik"/>
                <a:cs typeface="Rubik"/>
              </a:defRPr>
            </a:lvl9pPr>
          </a:lstStyle>
          <a:p xmlns:a="http://schemas.openxmlformats.org/drawingml/2006/main">
            <a:pPr algn="l">
              <a:defRPr sz="975" b="1" i="0">
                <a:solidFill>
                  <a:srgbClr val="103D35"/>
                </a:solidFill>
                <a:latin typeface="Rubik"/>
                <a:ea typeface="Rubik"/>
                <a:cs typeface="Rubik"/>
              </a:defRPr>
            </a:pPr>
            <a:r>
              <a:rPr sz="975" b="1" i="0">
                <a:solidFill>
                  <a:srgbClr val="103D35"/>
                </a:solidFill>
                <a:latin typeface="Rubik"/>
                <a:ea typeface="Rubik"/>
                <a:cs typeface="Rubik"/>
              </a:rPr>
              <a:t>MATHEMATICS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CE1A88B-3245-4AD7-B2FE-45D2290C8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886450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425" b="1" i="0">
                <a:solidFill>
                  <a:srgbClr val="103D35"/>
                </a:solidFill>
                <a:latin typeface="Noto Sans"/>
                <a:ea typeface="Noto Sans"/>
                <a:cs typeface="Noto Sans"/>
              </a:defRPr>
            </a:defPPr>
            <a:lvl1pPr algn="ctr">
              <a:defRPr sz="1425" b="1" i="0">
                <a:solidFill>
                  <a:srgbClr val="103D35"/>
                </a:solidFill>
                <a:latin typeface="Noto Sans"/>
                <a:ea typeface="Noto Sans"/>
                <a:cs typeface="Noto Sans"/>
              </a:defRPr>
            </a:lvl1pPr>
            <a:lvl2pPr algn="ctr">
              <a:defRPr sz="1425" b="1" i="0">
                <a:solidFill>
                  <a:srgbClr val="103D35"/>
                </a:solidFill>
                <a:latin typeface="Noto Sans"/>
                <a:ea typeface="Noto Sans"/>
                <a:cs typeface="Noto Sans"/>
              </a:defRPr>
            </a:lvl2pPr>
            <a:lvl3pPr algn="ctr">
              <a:defRPr sz="1425" b="1" i="0">
                <a:solidFill>
                  <a:srgbClr val="103D35"/>
                </a:solidFill>
                <a:latin typeface="Noto Sans"/>
                <a:ea typeface="Noto Sans"/>
                <a:cs typeface="Noto Sans"/>
              </a:defRPr>
            </a:lvl3pPr>
            <a:lvl4pPr algn="ctr">
              <a:defRPr sz="1425" b="1" i="0">
                <a:solidFill>
                  <a:srgbClr val="103D35"/>
                </a:solidFill>
                <a:latin typeface="Noto Sans"/>
                <a:ea typeface="Noto Sans"/>
                <a:cs typeface="Noto Sans"/>
              </a:defRPr>
            </a:lvl4pPr>
            <a:lvl5pPr algn="ctr">
              <a:defRPr sz="1425" b="1" i="0">
                <a:solidFill>
                  <a:srgbClr val="103D35"/>
                </a:solidFill>
                <a:latin typeface="Noto Sans"/>
                <a:ea typeface="Noto Sans"/>
                <a:cs typeface="Noto Sans"/>
              </a:defRPr>
            </a:lvl5pPr>
            <a:lvl6pPr algn="ctr">
              <a:defRPr sz="1425" b="1" i="0">
                <a:solidFill>
                  <a:srgbClr val="103D35"/>
                </a:solidFill>
                <a:latin typeface="Noto Sans"/>
                <a:ea typeface="Noto Sans"/>
                <a:cs typeface="Noto Sans"/>
              </a:defRPr>
            </a:lvl6pPr>
            <a:lvl7pPr algn="ctr">
              <a:defRPr sz="1425" b="1" i="0">
                <a:solidFill>
                  <a:srgbClr val="103D35"/>
                </a:solidFill>
                <a:latin typeface="Noto Sans"/>
                <a:ea typeface="Noto Sans"/>
                <a:cs typeface="Noto Sans"/>
              </a:defRPr>
            </a:lvl7pPr>
            <a:lvl8pPr algn="ctr">
              <a:defRPr sz="1425" b="1" i="0">
                <a:solidFill>
                  <a:srgbClr val="103D35"/>
                </a:solidFill>
                <a:latin typeface="Noto Sans"/>
                <a:ea typeface="Noto Sans"/>
                <a:cs typeface="Noto Sans"/>
              </a:defRPr>
            </a:lvl8pPr>
            <a:lvl9pPr algn="ctr">
              <a:defRPr sz="1425" b="1" i="0">
                <a:solidFill>
                  <a:srgbClr val="103D35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ctr">
              <a:defRPr sz="1425" b="1" i="0">
                <a:solidFill>
                  <a:srgbClr val="103D35"/>
                </a:solidFill>
                <a:latin typeface="Noto Sans"/>
                <a:ea typeface="Noto Sans"/>
                <a:cs typeface="Noto Sans"/>
              </a:defRPr>
            </a:pPr>
            <a:r>
              <a:rPr sz="1425" b="1" i="0">
                <a:solidFill>
                  <a:srgbClr val="103D35"/>
                </a:solidFill>
                <a:latin typeface="Noto Sans"/>
                <a:ea typeface="Noto Sans"/>
                <a:cs typeface="Noto Sans"/>
              </a:rPr>
              <a:t>Together, we built and evaluated a single clinician-facing system.</a:t>
            </a:r>
          </a:p>
        </p:txBody>
      </p:sp>
    </p:spTree>
    <p:extLst>
      <p:ext uri="{BB962C8B-B14F-4D97-AF65-F5344CB8AC3E}">
        <p14:creationId xmlns:p14="http://schemas.microsoft.com/office/powerpoint/2010/main" val="117646560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09673E-5B32-4DAE-BE16-3A65CD858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47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255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defPPr>
            <a:lvl1pPr algn="l">
              <a:defRPr sz="255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1pPr>
            <a:lvl2pPr algn="l">
              <a:defRPr sz="255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2pPr>
            <a:lvl3pPr algn="l">
              <a:defRPr sz="255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3pPr>
            <a:lvl4pPr algn="l">
              <a:defRPr sz="255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4pPr>
            <a:lvl5pPr algn="l">
              <a:defRPr sz="255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5pPr>
            <a:lvl6pPr algn="l">
              <a:defRPr sz="255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6pPr>
            <a:lvl7pPr algn="l">
              <a:defRPr sz="255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7pPr>
            <a:lvl8pPr algn="l">
              <a:defRPr sz="255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8pPr>
            <a:lvl9pPr algn="l">
              <a:defRPr sz="255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9pPr>
          </a:lstStyle>
          <a:p xmlns:a="http://schemas.openxmlformats.org/drawingml/2006/main">
            <a:pPr algn="l">
              <a:defRPr sz="255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pPr>
            <a:r>
              <a:rPr sz="2550" b="1" i="0">
                <a:solidFill>
                  <a:srgbClr val="12211D"/>
                </a:solidFill>
                <a:latin typeface="Rubik"/>
                <a:ea typeface="Rubik"/>
                <a:cs typeface="Rubik"/>
              </a:rPr>
              <a:t>What Lumen changes for each candidate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610214-6759-4891-AF72-D703AFA75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62025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4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14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14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14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14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14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14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14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14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14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14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pPr>
            <a:r>
              <a:rPr sz="1425" b="0" i="0">
                <a:solidFill>
                  <a:srgbClr val="5D6B66"/>
                </a:solidFill>
                <a:latin typeface="Noto Sans"/>
                <a:ea typeface="Noto Sans"/>
                <a:cs typeface="Noto Sans"/>
              </a:rPr>
              <a:t>The baseline names the diagnosis. The enhanced version adds a short, visually discriminative morphology phrase.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E896E7-976A-435B-96BF-93A4605ED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D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767356-C895-4A7B-88BF-D7FDB9935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67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67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67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67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67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67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67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67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67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67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67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pPr>
            <a:r>
              <a:rPr sz="675" b="0" i="0">
                <a:solidFill>
                  <a:srgbClr val="5D6B66"/>
                </a:solidFill>
                <a:latin typeface="Noto Sans"/>
                <a:ea typeface="Noto Sans"/>
                <a:cs typeface="Noto Sans"/>
              </a:rPr>
              <a:t>Source: saved case record 4cff975b-adbe-4ecf-9be5-365c715e2305_53792_26368.json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E7E4F5-11A1-41E8-956F-1D5C5F6AA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5151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r">
              <a:defRPr sz="825" b="1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defPPr>
            <a:lvl1pPr algn="r">
              <a:defRPr sz="825" b="1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1pPr>
            <a:lvl2pPr algn="r">
              <a:defRPr sz="825" b="1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2pPr>
            <a:lvl3pPr algn="r">
              <a:defRPr sz="825" b="1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3pPr>
            <a:lvl4pPr algn="r">
              <a:defRPr sz="825" b="1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4pPr>
            <a:lvl5pPr algn="r">
              <a:defRPr sz="825" b="1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5pPr>
            <a:lvl6pPr algn="r">
              <a:defRPr sz="825" b="1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6pPr>
            <a:lvl7pPr algn="r">
              <a:defRPr sz="825" b="1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7pPr>
            <a:lvl8pPr algn="r">
              <a:defRPr sz="825" b="1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8pPr>
            <a:lvl9pPr algn="r">
              <a:defRPr sz="825" b="1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r">
              <a:defRPr sz="825" b="1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pPr>
            <a:r>
              <a:rPr sz="825" b="1" i="0">
                <a:solidFill>
                  <a:srgbClr val="5D6B66"/>
                </a:solidFill>
                <a:latin typeface="Noto Sans"/>
                <a:ea typeface="Noto Sans"/>
                <a:cs typeface="Noto Sans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4B872A-7A08-4D8A-9045-915636952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621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200" b="1" i="0">
                <a:solidFill>
                  <a:srgbClr val="5D6B66"/>
                </a:solidFill>
                <a:latin typeface="Rubik"/>
                <a:ea typeface="Rubik"/>
                <a:cs typeface="Rubik"/>
              </a:defRPr>
            </a:defPPr>
            <a:lvl1pPr algn="l">
              <a:defRPr sz="1200" b="1" i="0">
                <a:solidFill>
                  <a:srgbClr val="5D6B66"/>
                </a:solidFill>
                <a:latin typeface="Rubik"/>
                <a:ea typeface="Rubik"/>
                <a:cs typeface="Rubik"/>
              </a:defRPr>
            </a:lvl1pPr>
            <a:lvl2pPr algn="l">
              <a:defRPr sz="1200" b="1" i="0">
                <a:solidFill>
                  <a:srgbClr val="5D6B66"/>
                </a:solidFill>
                <a:latin typeface="Rubik"/>
                <a:ea typeface="Rubik"/>
                <a:cs typeface="Rubik"/>
              </a:defRPr>
            </a:lvl2pPr>
            <a:lvl3pPr algn="l">
              <a:defRPr sz="1200" b="1" i="0">
                <a:solidFill>
                  <a:srgbClr val="5D6B66"/>
                </a:solidFill>
                <a:latin typeface="Rubik"/>
                <a:ea typeface="Rubik"/>
                <a:cs typeface="Rubik"/>
              </a:defRPr>
            </a:lvl3pPr>
            <a:lvl4pPr algn="l">
              <a:defRPr sz="1200" b="1" i="0">
                <a:solidFill>
                  <a:srgbClr val="5D6B66"/>
                </a:solidFill>
                <a:latin typeface="Rubik"/>
                <a:ea typeface="Rubik"/>
                <a:cs typeface="Rubik"/>
              </a:defRPr>
            </a:lvl4pPr>
            <a:lvl5pPr algn="l">
              <a:defRPr sz="1200" b="1" i="0">
                <a:solidFill>
                  <a:srgbClr val="5D6B66"/>
                </a:solidFill>
                <a:latin typeface="Rubik"/>
                <a:ea typeface="Rubik"/>
                <a:cs typeface="Rubik"/>
              </a:defRPr>
            </a:lvl5pPr>
            <a:lvl6pPr algn="l">
              <a:defRPr sz="1200" b="1" i="0">
                <a:solidFill>
                  <a:srgbClr val="5D6B66"/>
                </a:solidFill>
                <a:latin typeface="Rubik"/>
                <a:ea typeface="Rubik"/>
                <a:cs typeface="Rubik"/>
              </a:defRPr>
            </a:lvl6pPr>
            <a:lvl7pPr algn="l">
              <a:defRPr sz="1200" b="1" i="0">
                <a:solidFill>
                  <a:srgbClr val="5D6B66"/>
                </a:solidFill>
                <a:latin typeface="Rubik"/>
                <a:ea typeface="Rubik"/>
                <a:cs typeface="Rubik"/>
              </a:defRPr>
            </a:lvl7pPr>
            <a:lvl8pPr algn="l">
              <a:defRPr sz="1200" b="1" i="0">
                <a:solidFill>
                  <a:srgbClr val="5D6B66"/>
                </a:solidFill>
                <a:latin typeface="Rubik"/>
                <a:ea typeface="Rubik"/>
                <a:cs typeface="Rubik"/>
              </a:defRPr>
            </a:lvl8pPr>
            <a:lvl9pPr algn="l">
              <a:defRPr sz="1200" b="1" i="0">
                <a:solidFill>
                  <a:srgbClr val="5D6B66"/>
                </a:solidFill>
                <a:latin typeface="Rubik"/>
                <a:ea typeface="Rubik"/>
                <a:cs typeface="Rubik"/>
              </a:defRPr>
            </a:lvl9pPr>
          </a:lstStyle>
          <a:p xmlns:a="http://schemas.openxmlformats.org/drawingml/2006/main">
            <a:pPr algn="l">
              <a:defRPr sz="1200" b="1" i="0">
                <a:solidFill>
                  <a:srgbClr val="5D6B66"/>
                </a:solidFill>
                <a:latin typeface="Rubik"/>
                <a:ea typeface="Rubik"/>
                <a:cs typeface="Rubik"/>
              </a:defRPr>
            </a:pPr>
            <a:r>
              <a:rPr sz="1200" b="1" i="0">
                <a:solidFill>
                  <a:srgbClr val="5D6B66"/>
                </a:solidFill>
                <a:latin typeface="Rubik"/>
                <a:ea typeface="Rubik"/>
                <a:cs typeface="Rubik"/>
              </a:rPr>
              <a:t>BASELINE PROMPT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C24786-8C3F-47FD-9D5F-45474D11E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81200"/>
            <a:ext cx="4762500" cy="13335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D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30E4F9-AED7-467D-A4C6-BA30EE7C1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24100"/>
            <a:ext cx="4152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800" b="1" i="0">
                <a:solidFill>
                  <a:srgbClr val="103D35"/>
                </a:solidFill>
                <a:latin typeface="Noto Sans"/>
                <a:ea typeface="Noto Sans"/>
                <a:cs typeface="Noto Sans"/>
              </a:defRPr>
            </a:defPPr>
            <a:lvl1pPr algn="ctr">
              <a:defRPr sz="1800" b="1" i="0">
                <a:solidFill>
                  <a:srgbClr val="103D35"/>
                </a:solidFill>
                <a:latin typeface="Noto Sans"/>
                <a:ea typeface="Noto Sans"/>
                <a:cs typeface="Noto Sans"/>
              </a:defRPr>
            </a:lvl1pPr>
            <a:lvl2pPr algn="ctr">
              <a:defRPr sz="1800" b="1" i="0">
                <a:solidFill>
                  <a:srgbClr val="103D35"/>
                </a:solidFill>
                <a:latin typeface="Noto Sans"/>
                <a:ea typeface="Noto Sans"/>
                <a:cs typeface="Noto Sans"/>
              </a:defRPr>
            </a:lvl2pPr>
            <a:lvl3pPr algn="ctr">
              <a:defRPr sz="1800" b="1" i="0">
                <a:solidFill>
                  <a:srgbClr val="103D35"/>
                </a:solidFill>
                <a:latin typeface="Noto Sans"/>
                <a:ea typeface="Noto Sans"/>
                <a:cs typeface="Noto Sans"/>
              </a:defRPr>
            </a:lvl3pPr>
            <a:lvl4pPr algn="ctr">
              <a:defRPr sz="1800" b="1" i="0">
                <a:solidFill>
                  <a:srgbClr val="103D35"/>
                </a:solidFill>
                <a:latin typeface="Noto Sans"/>
                <a:ea typeface="Noto Sans"/>
                <a:cs typeface="Noto Sans"/>
              </a:defRPr>
            </a:lvl4pPr>
            <a:lvl5pPr algn="ctr">
              <a:defRPr sz="1800" b="1" i="0">
                <a:solidFill>
                  <a:srgbClr val="103D35"/>
                </a:solidFill>
                <a:latin typeface="Noto Sans"/>
                <a:ea typeface="Noto Sans"/>
                <a:cs typeface="Noto Sans"/>
              </a:defRPr>
            </a:lvl5pPr>
            <a:lvl6pPr algn="ctr">
              <a:defRPr sz="1800" b="1" i="0">
                <a:solidFill>
                  <a:srgbClr val="103D35"/>
                </a:solidFill>
                <a:latin typeface="Noto Sans"/>
                <a:ea typeface="Noto Sans"/>
                <a:cs typeface="Noto Sans"/>
              </a:defRPr>
            </a:lvl6pPr>
            <a:lvl7pPr algn="ctr">
              <a:defRPr sz="1800" b="1" i="0">
                <a:solidFill>
                  <a:srgbClr val="103D35"/>
                </a:solidFill>
                <a:latin typeface="Noto Sans"/>
                <a:ea typeface="Noto Sans"/>
                <a:cs typeface="Noto Sans"/>
              </a:defRPr>
            </a:lvl7pPr>
            <a:lvl8pPr algn="ctr">
              <a:defRPr sz="1800" b="1" i="0">
                <a:solidFill>
                  <a:srgbClr val="103D35"/>
                </a:solidFill>
                <a:latin typeface="Noto Sans"/>
                <a:ea typeface="Noto Sans"/>
                <a:cs typeface="Noto Sans"/>
              </a:defRPr>
            </a:lvl8pPr>
            <a:lvl9pPr algn="ctr">
              <a:defRPr sz="1800" b="1" i="0">
                <a:solidFill>
                  <a:srgbClr val="103D35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ctr">
              <a:defRPr sz="1800" b="1" i="0">
                <a:solidFill>
                  <a:srgbClr val="103D35"/>
                </a:solidFill>
                <a:latin typeface="Noto Sans"/>
                <a:ea typeface="Noto Sans"/>
                <a:cs typeface="Noto Sans"/>
              </a:defRPr>
            </a:pPr>
            <a:r>
              <a:rPr sz="1800" b="1" i="0">
                <a:solidFill>
                  <a:srgbClr val="103D35"/>
                </a:solidFill>
                <a:latin typeface="Noto Sans"/>
                <a:ea typeface="Noto Sans"/>
                <a:cs typeface="Noto Sans"/>
              </a:rPr>
              <a:t>a histopathology image showing</a:t>
            </a:r>
          </a:p>
          <a:p xmlns:a="http://schemas.openxmlformats.org/drawingml/2006/main">
            <a:pPr algn="ctr">
              <a:defRPr sz="1800" b="1" i="0">
                <a:solidFill>
                  <a:srgbClr val="103D35"/>
                </a:solidFill>
                <a:latin typeface="Noto Sans"/>
                <a:ea typeface="Noto Sans"/>
                <a:cs typeface="Noto Sans"/>
              </a:defRPr>
            </a:pPr>
            <a:r>
              <a:rPr sz="1800" b="1" i="0">
                <a:solidFill>
                  <a:srgbClr val="103D35"/>
                </a:solidFill>
                <a:latin typeface="Noto Sans"/>
                <a:ea typeface="Noto Sans"/>
                <a:cs typeface="Noto Sans"/>
              </a:rPr>
              <a:t>colon adenocarcinoma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B24B29-B6AD-4B4F-B030-00C68C6DD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5621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200" b="1" i="0">
                <a:solidFill>
                  <a:srgbClr val="D13D77"/>
                </a:solidFill>
                <a:latin typeface="Rubik"/>
                <a:ea typeface="Rubik"/>
                <a:cs typeface="Rubik"/>
              </a:defRPr>
            </a:defPPr>
            <a:lvl1pPr algn="l">
              <a:defRPr sz="1200" b="1" i="0">
                <a:solidFill>
                  <a:srgbClr val="D13D77"/>
                </a:solidFill>
                <a:latin typeface="Rubik"/>
                <a:ea typeface="Rubik"/>
                <a:cs typeface="Rubik"/>
              </a:defRPr>
            </a:lvl1pPr>
            <a:lvl2pPr algn="l">
              <a:defRPr sz="1200" b="1" i="0">
                <a:solidFill>
                  <a:srgbClr val="D13D77"/>
                </a:solidFill>
                <a:latin typeface="Rubik"/>
                <a:ea typeface="Rubik"/>
                <a:cs typeface="Rubik"/>
              </a:defRPr>
            </a:lvl2pPr>
            <a:lvl3pPr algn="l">
              <a:defRPr sz="1200" b="1" i="0">
                <a:solidFill>
                  <a:srgbClr val="D13D77"/>
                </a:solidFill>
                <a:latin typeface="Rubik"/>
                <a:ea typeface="Rubik"/>
                <a:cs typeface="Rubik"/>
              </a:defRPr>
            </a:lvl3pPr>
            <a:lvl4pPr algn="l">
              <a:defRPr sz="1200" b="1" i="0">
                <a:solidFill>
                  <a:srgbClr val="D13D77"/>
                </a:solidFill>
                <a:latin typeface="Rubik"/>
                <a:ea typeface="Rubik"/>
                <a:cs typeface="Rubik"/>
              </a:defRPr>
            </a:lvl4pPr>
            <a:lvl5pPr algn="l">
              <a:defRPr sz="1200" b="1" i="0">
                <a:solidFill>
                  <a:srgbClr val="D13D77"/>
                </a:solidFill>
                <a:latin typeface="Rubik"/>
                <a:ea typeface="Rubik"/>
                <a:cs typeface="Rubik"/>
              </a:defRPr>
            </a:lvl5pPr>
            <a:lvl6pPr algn="l">
              <a:defRPr sz="1200" b="1" i="0">
                <a:solidFill>
                  <a:srgbClr val="D13D77"/>
                </a:solidFill>
                <a:latin typeface="Rubik"/>
                <a:ea typeface="Rubik"/>
                <a:cs typeface="Rubik"/>
              </a:defRPr>
            </a:lvl6pPr>
            <a:lvl7pPr algn="l">
              <a:defRPr sz="1200" b="1" i="0">
                <a:solidFill>
                  <a:srgbClr val="D13D77"/>
                </a:solidFill>
                <a:latin typeface="Rubik"/>
                <a:ea typeface="Rubik"/>
                <a:cs typeface="Rubik"/>
              </a:defRPr>
            </a:lvl7pPr>
            <a:lvl8pPr algn="l">
              <a:defRPr sz="1200" b="1" i="0">
                <a:solidFill>
                  <a:srgbClr val="D13D77"/>
                </a:solidFill>
                <a:latin typeface="Rubik"/>
                <a:ea typeface="Rubik"/>
                <a:cs typeface="Rubik"/>
              </a:defRPr>
            </a:lvl8pPr>
            <a:lvl9pPr algn="l">
              <a:defRPr sz="1200" b="1" i="0">
                <a:solidFill>
                  <a:srgbClr val="D13D77"/>
                </a:solidFill>
                <a:latin typeface="Rubik"/>
                <a:ea typeface="Rubik"/>
                <a:cs typeface="Rubik"/>
              </a:defRPr>
            </a:lvl9pPr>
          </a:lstStyle>
          <a:p xmlns:a="http://schemas.openxmlformats.org/drawingml/2006/main">
            <a:pPr algn="l">
              <a:defRPr sz="1200" b="1" i="0">
                <a:solidFill>
                  <a:srgbClr val="D13D77"/>
                </a:solidFill>
                <a:latin typeface="Rubik"/>
                <a:ea typeface="Rubik"/>
                <a:cs typeface="Rubik"/>
              </a:defRPr>
            </a:pPr>
            <a:r>
              <a:rPr sz="1200" b="1" i="0">
                <a:solidFill>
                  <a:srgbClr val="D13D77"/>
                </a:solidFill>
                <a:latin typeface="Rubik"/>
                <a:ea typeface="Rubik"/>
                <a:cs typeface="Rubik"/>
              </a:rPr>
              <a:t>LUMEN + RETRIEVED EVIDENCE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566123-166B-42C5-B52A-9F6734BC6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981200"/>
            <a:ext cx="4762500" cy="13335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0D5DE"/>
          </a:solidFill>
          <a:ln xmlns:a="http://schemas.openxmlformats.org/drawingml/2006/main" w="9525">
            <a:solidFill>
              <a:srgbClr val="D13D7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6C744F-8C57-461A-BEFB-8A841ED83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209800"/>
            <a:ext cx="41529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575" b="1" i="0">
                <a:solidFill>
                  <a:srgbClr val="12211D"/>
                </a:solidFill>
                <a:latin typeface="Noto Sans"/>
                <a:ea typeface="Noto Sans"/>
                <a:cs typeface="Noto Sans"/>
              </a:defRPr>
            </a:defPPr>
            <a:lvl1pPr algn="ctr">
              <a:defRPr sz="1575" b="1" i="0">
                <a:solidFill>
                  <a:srgbClr val="12211D"/>
                </a:solidFill>
                <a:latin typeface="Noto Sans"/>
                <a:ea typeface="Noto Sans"/>
                <a:cs typeface="Noto Sans"/>
              </a:defRPr>
            </a:lvl1pPr>
            <a:lvl2pPr algn="ctr">
              <a:defRPr sz="1575" b="1" i="0">
                <a:solidFill>
                  <a:srgbClr val="12211D"/>
                </a:solidFill>
                <a:latin typeface="Noto Sans"/>
                <a:ea typeface="Noto Sans"/>
                <a:cs typeface="Noto Sans"/>
              </a:defRPr>
            </a:lvl2pPr>
            <a:lvl3pPr algn="ctr">
              <a:defRPr sz="1575" b="1" i="0">
                <a:solidFill>
                  <a:srgbClr val="12211D"/>
                </a:solidFill>
                <a:latin typeface="Noto Sans"/>
                <a:ea typeface="Noto Sans"/>
                <a:cs typeface="Noto Sans"/>
              </a:defRPr>
            </a:lvl3pPr>
            <a:lvl4pPr algn="ctr">
              <a:defRPr sz="1575" b="1" i="0">
                <a:solidFill>
                  <a:srgbClr val="12211D"/>
                </a:solidFill>
                <a:latin typeface="Noto Sans"/>
                <a:ea typeface="Noto Sans"/>
                <a:cs typeface="Noto Sans"/>
              </a:defRPr>
            </a:lvl4pPr>
            <a:lvl5pPr algn="ctr">
              <a:defRPr sz="1575" b="1" i="0">
                <a:solidFill>
                  <a:srgbClr val="12211D"/>
                </a:solidFill>
                <a:latin typeface="Noto Sans"/>
                <a:ea typeface="Noto Sans"/>
                <a:cs typeface="Noto Sans"/>
              </a:defRPr>
            </a:lvl5pPr>
            <a:lvl6pPr algn="ctr">
              <a:defRPr sz="1575" b="1" i="0">
                <a:solidFill>
                  <a:srgbClr val="12211D"/>
                </a:solidFill>
                <a:latin typeface="Noto Sans"/>
                <a:ea typeface="Noto Sans"/>
                <a:cs typeface="Noto Sans"/>
              </a:defRPr>
            </a:lvl6pPr>
            <a:lvl7pPr algn="ctr">
              <a:defRPr sz="1575" b="1" i="0">
                <a:solidFill>
                  <a:srgbClr val="12211D"/>
                </a:solidFill>
                <a:latin typeface="Noto Sans"/>
                <a:ea typeface="Noto Sans"/>
                <a:cs typeface="Noto Sans"/>
              </a:defRPr>
            </a:lvl7pPr>
            <a:lvl8pPr algn="ctr">
              <a:defRPr sz="1575" b="1" i="0">
                <a:solidFill>
                  <a:srgbClr val="12211D"/>
                </a:solidFill>
                <a:latin typeface="Noto Sans"/>
                <a:ea typeface="Noto Sans"/>
                <a:cs typeface="Noto Sans"/>
              </a:defRPr>
            </a:lvl8pPr>
            <a:lvl9pPr algn="ctr">
              <a:defRPr sz="1575" b="1" i="0">
                <a:solidFill>
                  <a:srgbClr val="12211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ctr">
              <a:defRPr sz="1575" b="1" i="0">
                <a:solidFill>
                  <a:srgbClr val="12211D"/>
                </a:solidFill>
                <a:latin typeface="Noto Sans"/>
                <a:ea typeface="Noto Sans"/>
                <a:cs typeface="Noto Sans"/>
              </a:defRPr>
            </a:pPr>
            <a:r>
              <a:rPr sz="1575" b="1" i="0">
                <a:solidFill>
                  <a:srgbClr val="12211D"/>
                </a:solidFill>
                <a:latin typeface="Noto Sans"/>
                <a:ea typeface="Noto Sans"/>
                <a:cs typeface="Noto Sans"/>
              </a:rPr>
              <a:t>colon adenocarcinoma with irregular glandular structures, cribriform patterns, desmoplastic response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0AECB8-C666-42C7-B5AF-B104D8EFF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362200"/>
            <a:ext cx="66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2700" b="1" i="0">
                <a:solidFill>
                  <a:srgbClr val="E9873C"/>
                </a:solidFill>
                <a:latin typeface="Rubik"/>
                <a:ea typeface="Rubik"/>
                <a:cs typeface="Rubik"/>
              </a:defRPr>
            </a:defPPr>
            <a:lvl1pPr algn="ctr">
              <a:defRPr sz="2700" b="1" i="0">
                <a:solidFill>
                  <a:srgbClr val="E9873C"/>
                </a:solidFill>
                <a:latin typeface="Rubik"/>
                <a:ea typeface="Rubik"/>
                <a:cs typeface="Rubik"/>
              </a:defRPr>
            </a:lvl1pPr>
            <a:lvl2pPr algn="ctr">
              <a:defRPr sz="2700" b="1" i="0">
                <a:solidFill>
                  <a:srgbClr val="E9873C"/>
                </a:solidFill>
                <a:latin typeface="Rubik"/>
                <a:ea typeface="Rubik"/>
                <a:cs typeface="Rubik"/>
              </a:defRPr>
            </a:lvl2pPr>
            <a:lvl3pPr algn="ctr">
              <a:defRPr sz="2700" b="1" i="0">
                <a:solidFill>
                  <a:srgbClr val="E9873C"/>
                </a:solidFill>
                <a:latin typeface="Rubik"/>
                <a:ea typeface="Rubik"/>
                <a:cs typeface="Rubik"/>
              </a:defRPr>
            </a:lvl3pPr>
            <a:lvl4pPr algn="ctr">
              <a:defRPr sz="2700" b="1" i="0">
                <a:solidFill>
                  <a:srgbClr val="E9873C"/>
                </a:solidFill>
                <a:latin typeface="Rubik"/>
                <a:ea typeface="Rubik"/>
                <a:cs typeface="Rubik"/>
              </a:defRPr>
            </a:lvl4pPr>
            <a:lvl5pPr algn="ctr">
              <a:defRPr sz="2700" b="1" i="0">
                <a:solidFill>
                  <a:srgbClr val="E9873C"/>
                </a:solidFill>
                <a:latin typeface="Rubik"/>
                <a:ea typeface="Rubik"/>
                <a:cs typeface="Rubik"/>
              </a:defRPr>
            </a:lvl5pPr>
            <a:lvl6pPr algn="ctr">
              <a:defRPr sz="2700" b="1" i="0">
                <a:solidFill>
                  <a:srgbClr val="E9873C"/>
                </a:solidFill>
                <a:latin typeface="Rubik"/>
                <a:ea typeface="Rubik"/>
                <a:cs typeface="Rubik"/>
              </a:defRPr>
            </a:lvl6pPr>
            <a:lvl7pPr algn="ctr">
              <a:defRPr sz="2700" b="1" i="0">
                <a:solidFill>
                  <a:srgbClr val="E9873C"/>
                </a:solidFill>
                <a:latin typeface="Rubik"/>
                <a:ea typeface="Rubik"/>
                <a:cs typeface="Rubik"/>
              </a:defRPr>
            </a:lvl7pPr>
            <a:lvl8pPr algn="ctr">
              <a:defRPr sz="2700" b="1" i="0">
                <a:solidFill>
                  <a:srgbClr val="E9873C"/>
                </a:solidFill>
                <a:latin typeface="Rubik"/>
                <a:ea typeface="Rubik"/>
                <a:cs typeface="Rubik"/>
              </a:defRPr>
            </a:lvl8pPr>
            <a:lvl9pPr algn="ctr">
              <a:defRPr sz="2700" b="1" i="0">
                <a:solidFill>
                  <a:srgbClr val="E9873C"/>
                </a:solidFill>
                <a:latin typeface="Rubik"/>
                <a:ea typeface="Rubik"/>
                <a:cs typeface="Rubik"/>
              </a:defRPr>
            </a:lvl9pPr>
          </a:lstStyle>
          <a:p xmlns:a="http://schemas.openxmlformats.org/drawingml/2006/main">
            <a:pPr algn="ctr">
              <a:defRPr sz="2700" b="1" i="0">
                <a:solidFill>
                  <a:srgbClr val="E9873C"/>
                </a:solidFill>
                <a:latin typeface="Rubik"/>
                <a:ea typeface="Rubik"/>
                <a:cs typeface="Rubik"/>
              </a:defRPr>
            </a:pPr>
            <a:r>
              <a:rPr sz="2700" b="1" i="0">
                <a:solidFill>
                  <a:srgbClr val="E9873C"/>
                </a:solidFill>
                <a:latin typeface="Rubik"/>
                <a:ea typeface="Rubik"/>
                <a:cs typeface="Rubik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303F52-1C97-4A88-ACF8-09983E995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48100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500" b="1" i="0">
                <a:solidFill>
                  <a:srgbClr val="103D35"/>
                </a:solidFill>
                <a:latin typeface="Rubik"/>
                <a:ea typeface="Rubik"/>
                <a:cs typeface="Rubik"/>
              </a:defRPr>
            </a:defPPr>
            <a:lvl1pPr algn="l">
              <a:defRPr sz="1500" b="1" i="0">
                <a:solidFill>
                  <a:srgbClr val="103D35"/>
                </a:solidFill>
                <a:latin typeface="Rubik"/>
                <a:ea typeface="Rubik"/>
                <a:cs typeface="Rubik"/>
              </a:defRPr>
            </a:lvl1pPr>
            <a:lvl2pPr algn="l">
              <a:defRPr sz="1500" b="1" i="0">
                <a:solidFill>
                  <a:srgbClr val="103D35"/>
                </a:solidFill>
                <a:latin typeface="Rubik"/>
                <a:ea typeface="Rubik"/>
                <a:cs typeface="Rubik"/>
              </a:defRPr>
            </a:lvl2pPr>
            <a:lvl3pPr algn="l">
              <a:defRPr sz="1500" b="1" i="0">
                <a:solidFill>
                  <a:srgbClr val="103D35"/>
                </a:solidFill>
                <a:latin typeface="Rubik"/>
                <a:ea typeface="Rubik"/>
                <a:cs typeface="Rubik"/>
              </a:defRPr>
            </a:lvl3pPr>
            <a:lvl4pPr algn="l">
              <a:defRPr sz="1500" b="1" i="0">
                <a:solidFill>
                  <a:srgbClr val="103D35"/>
                </a:solidFill>
                <a:latin typeface="Rubik"/>
                <a:ea typeface="Rubik"/>
                <a:cs typeface="Rubik"/>
              </a:defRPr>
            </a:lvl4pPr>
            <a:lvl5pPr algn="l">
              <a:defRPr sz="1500" b="1" i="0">
                <a:solidFill>
                  <a:srgbClr val="103D35"/>
                </a:solidFill>
                <a:latin typeface="Rubik"/>
                <a:ea typeface="Rubik"/>
                <a:cs typeface="Rubik"/>
              </a:defRPr>
            </a:lvl5pPr>
            <a:lvl6pPr algn="l">
              <a:defRPr sz="1500" b="1" i="0">
                <a:solidFill>
                  <a:srgbClr val="103D35"/>
                </a:solidFill>
                <a:latin typeface="Rubik"/>
                <a:ea typeface="Rubik"/>
                <a:cs typeface="Rubik"/>
              </a:defRPr>
            </a:lvl6pPr>
            <a:lvl7pPr algn="l">
              <a:defRPr sz="1500" b="1" i="0">
                <a:solidFill>
                  <a:srgbClr val="103D35"/>
                </a:solidFill>
                <a:latin typeface="Rubik"/>
                <a:ea typeface="Rubik"/>
                <a:cs typeface="Rubik"/>
              </a:defRPr>
            </a:lvl7pPr>
            <a:lvl8pPr algn="l">
              <a:defRPr sz="1500" b="1" i="0">
                <a:solidFill>
                  <a:srgbClr val="103D35"/>
                </a:solidFill>
                <a:latin typeface="Rubik"/>
                <a:ea typeface="Rubik"/>
                <a:cs typeface="Rubik"/>
              </a:defRPr>
            </a:lvl8pPr>
            <a:lvl9pPr algn="l">
              <a:defRPr sz="1500" b="1" i="0">
                <a:solidFill>
                  <a:srgbClr val="103D35"/>
                </a:solidFill>
                <a:latin typeface="Rubik"/>
                <a:ea typeface="Rubik"/>
                <a:cs typeface="Rubik"/>
              </a:defRPr>
            </a:lvl9pPr>
          </a:lstStyle>
          <a:p xmlns:a="http://schemas.openxmlformats.org/drawingml/2006/main">
            <a:pPr algn="l">
              <a:defRPr sz="1500" b="1" i="0">
                <a:solidFill>
                  <a:srgbClr val="103D35"/>
                </a:solidFill>
                <a:latin typeface="Rubik"/>
                <a:ea typeface="Rubik"/>
                <a:cs typeface="Rubik"/>
              </a:defRPr>
            </a:pPr>
            <a:r>
              <a:rPr sz="1500" b="1" i="0">
                <a:solidFill>
                  <a:srgbClr val="103D35"/>
                </a:solidFill>
                <a:latin typeface="Rubik"/>
                <a:ea typeface="Rubik"/>
                <a:cs typeface="Rubik"/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0C8101-F630-4765-91DE-3D90AFC22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829050"/>
            <a:ext cx="276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50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defPPr>
            <a:lvl1pPr algn="l">
              <a:defRPr sz="150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1pPr>
            <a:lvl2pPr algn="l">
              <a:defRPr sz="150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2pPr>
            <a:lvl3pPr algn="l">
              <a:defRPr sz="150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3pPr>
            <a:lvl4pPr algn="l">
              <a:defRPr sz="150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4pPr>
            <a:lvl5pPr algn="l">
              <a:defRPr sz="150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5pPr>
            <a:lvl6pPr algn="l">
              <a:defRPr sz="150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6pPr>
            <a:lvl7pPr algn="l">
              <a:defRPr sz="150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7pPr>
            <a:lvl8pPr algn="l">
              <a:defRPr sz="150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8pPr>
            <a:lvl9pPr algn="l">
              <a:defRPr sz="150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9pPr>
          </a:lstStyle>
          <a:p xmlns:a="http://schemas.openxmlformats.org/drawingml/2006/main">
            <a:pPr algn="l">
              <a:defRPr sz="150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pPr>
            <a:r>
              <a:rPr sz="1500" b="1" i="0">
                <a:solidFill>
                  <a:srgbClr val="12211D"/>
                </a:solidFill>
                <a:latin typeface="Rubik"/>
                <a:ea typeface="Rubik"/>
                <a:cs typeface="Rubik"/>
              </a:rPr>
              <a:t>Read case context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03DBA1-8905-4608-A00E-F22A138EC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324350"/>
            <a:ext cx="2762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27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127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127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127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127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127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127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127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127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127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pPr>
            <a:r>
              <a:rPr sz="1275" b="0" i="0">
                <a:solidFill>
                  <a:srgbClr val="5D6B66"/>
                </a:solidFill>
                <a:latin typeface="Noto Sans"/>
                <a:ea typeface="Noto Sans"/>
                <a:cs typeface="Noto Sans"/>
              </a:rPr>
              <a:t>The report and differential define what needs to be distinguished.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144ACE-A4E4-4463-9829-FD4E4DDCC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848100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500" b="1" i="0">
                <a:solidFill>
                  <a:srgbClr val="D13D77"/>
                </a:solidFill>
                <a:latin typeface="Rubik"/>
                <a:ea typeface="Rubik"/>
                <a:cs typeface="Rubik"/>
              </a:defRPr>
            </a:defPPr>
            <a:lvl1pPr algn="l">
              <a:defRPr sz="1500" b="1" i="0">
                <a:solidFill>
                  <a:srgbClr val="D13D77"/>
                </a:solidFill>
                <a:latin typeface="Rubik"/>
                <a:ea typeface="Rubik"/>
                <a:cs typeface="Rubik"/>
              </a:defRPr>
            </a:lvl1pPr>
            <a:lvl2pPr algn="l">
              <a:defRPr sz="1500" b="1" i="0">
                <a:solidFill>
                  <a:srgbClr val="D13D77"/>
                </a:solidFill>
                <a:latin typeface="Rubik"/>
                <a:ea typeface="Rubik"/>
                <a:cs typeface="Rubik"/>
              </a:defRPr>
            </a:lvl2pPr>
            <a:lvl3pPr algn="l">
              <a:defRPr sz="1500" b="1" i="0">
                <a:solidFill>
                  <a:srgbClr val="D13D77"/>
                </a:solidFill>
                <a:latin typeface="Rubik"/>
                <a:ea typeface="Rubik"/>
                <a:cs typeface="Rubik"/>
              </a:defRPr>
            </a:lvl3pPr>
            <a:lvl4pPr algn="l">
              <a:defRPr sz="1500" b="1" i="0">
                <a:solidFill>
                  <a:srgbClr val="D13D77"/>
                </a:solidFill>
                <a:latin typeface="Rubik"/>
                <a:ea typeface="Rubik"/>
                <a:cs typeface="Rubik"/>
              </a:defRPr>
            </a:lvl4pPr>
            <a:lvl5pPr algn="l">
              <a:defRPr sz="1500" b="1" i="0">
                <a:solidFill>
                  <a:srgbClr val="D13D77"/>
                </a:solidFill>
                <a:latin typeface="Rubik"/>
                <a:ea typeface="Rubik"/>
                <a:cs typeface="Rubik"/>
              </a:defRPr>
            </a:lvl5pPr>
            <a:lvl6pPr algn="l">
              <a:defRPr sz="1500" b="1" i="0">
                <a:solidFill>
                  <a:srgbClr val="D13D77"/>
                </a:solidFill>
                <a:latin typeface="Rubik"/>
                <a:ea typeface="Rubik"/>
                <a:cs typeface="Rubik"/>
              </a:defRPr>
            </a:lvl6pPr>
            <a:lvl7pPr algn="l">
              <a:defRPr sz="1500" b="1" i="0">
                <a:solidFill>
                  <a:srgbClr val="D13D77"/>
                </a:solidFill>
                <a:latin typeface="Rubik"/>
                <a:ea typeface="Rubik"/>
                <a:cs typeface="Rubik"/>
              </a:defRPr>
            </a:lvl7pPr>
            <a:lvl8pPr algn="l">
              <a:defRPr sz="1500" b="1" i="0">
                <a:solidFill>
                  <a:srgbClr val="D13D77"/>
                </a:solidFill>
                <a:latin typeface="Rubik"/>
                <a:ea typeface="Rubik"/>
                <a:cs typeface="Rubik"/>
              </a:defRPr>
            </a:lvl8pPr>
            <a:lvl9pPr algn="l">
              <a:defRPr sz="1500" b="1" i="0">
                <a:solidFill>
                  <a:srgbClr val="D13D77"/>
                </a:solidFill>
                <a:latin typeface="Rubik"/>
                <a:ea typeface="Rubik"/>
                <a:cs typeface="Rubik"/>
              </a:defRPr>
            </a:lvl9pPr>
          </a:lstStyle>
          <a:p xmlns:a="http://schemas.openxmlformats.org/drawingml/2006/main">
            <a:pPr algn="l">
              <a:defRPr sz="1500" b="1" i="0">
                <a:solidFill>
                  <a:srgbClr val="D13D77"/>
                </a:solidFill>
                <a:latin typeface="Rubik"/>
                <a:ea typeface="Rubik"/>
                <a:cs typeface="Rubik"/>
              </a:defRPr>
            </a:pPr>
            <a:r>
              <a:rPr sz="1500" b="1" i="0">
                <a:solidFill>
                  <a:srgbClr val="D13D77"/>
                </a:solidFill>
                <a:latin typeface="Rubik"/>
                <a:ea typeface="Rubik"/>
                <a:cs typeface="Rubik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940F14-1F9F-4FC5-882C-5EBA56043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829050"/>
            <a:ext cx="276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50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defPPr>
            <a:lvl1pPr algn="l">
              <a:defRPr sz="150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1pPr>
            <a:lvl2pPr algn="l">
              <a:defRPr sz="150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2pPr>
            <a:lvl3pPr algn="l">
              <a:defRPr sz="150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3pPr>
            <a:lvl4pPr algn="l">
              <a:defRPr sz="150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4pPr>
            <a:lvl5pPr algn="l">
              <a:defRPr sz="150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5pPr>
            <a:lvl6pPr algn="l">
              <a:defRPr sz="150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6pPr>
            <a:lvl7pPr algn="l">
              <a:defRPr sz="150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7pPr>
            <a:lvl8pPr algn="l">
              <a:defRPr sz="150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8pPr>
            <a:lvl9pPr algn="l">
              <a:defRPr sz="150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9pPr>
          </a:lstStyle>
          <a:p xmlns:a="http://schemas.openxmlformats.org/drawingml/2006/main">
            <a:pPr algn="l">
              <a:defRPr sz="150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pPr>
            <a:r>
              <a:rPr sz="1500" b="1" i="0">
                <a:solidFill>
                  <a:srgbClr val="12211D"/>
                </a:solidFill>
                <a:latin typeface="Rubik"/>
                <a:ea typeface="Rubik"/>
                <a:cs typeface="Rubik"/>
              </a:rPr>
              <a:t>Retrieve local evidence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0F2D96-332E-4EBF-BD7F-5B4928008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324350"/>
            <a:ext cx="2762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27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127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127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127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127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127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127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127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127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127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pPr>
            <a:r>
              <a:rPr sz="1275" b="0" i="0">
                <a:solidFill>
                  <a:srgbClr val="5D6B66"/>
                </a:solidFill>
                <a:latin typeface="Noto Sans"/>
                <a:ea typeface="Noto Sans"/>
                <a:cs typeface="Noto Sans"/>
              </a:rPr>
              <a:t>The system supplies relevant morphology and diagnostic context.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4A23A9-9B31-4F02-B8AC-A4F686D0A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848100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500" b="1" i="0">
                <a:solidFill>
                  <a:srgbClr val="103D35"/>
                </a:solidFill>
                <a:latin typeface="Rubik"/>
                <a:ea typeface="Rubik"/>
                <a:cs typeface="Rubik"/>
              </a:defRPr>
            </a:defPPr>
            <a:lvl1pPr algn="l">
              <a:defRPr sz="1500" b="1" i="0">
                <a:solidFill>
                  <a:srgbClr val="103D35"/>
                </a:solidFill>
                <a:latin typeface="Rubik"/>
                <a:ea typeface="Rubik"/>
                <a:cs typeface="Rubik"/>
              </a:defRPr>
            </a:lvl1pPr>
            <a:lvl2pPr algn="l">
              <a:defRPr sz="1500" b="1" i="0">
                <a:solidFill>
                  <a:srgbClr val="103D35"/>
                </a:solidFill>
                <a:latin typeface="Rubik"/>
                <a:ea typeface="Rubik"/>
                <a:cs typeface="Rubik"/>
              </a:defRPr>
            </a:lvl2pPr>
            <a:lvl3pPr algn="l">
              <a:defRPr sz="1500" b="1" i="0">
                <a:solidFill>
                  <a:srgbClr val="103D35"/>
                </a:solidFill>
                <a:latin typeface="Rubik"/>
                <a:ea typeface="Rubik"/>
                <a:cs typeface="Rubik"/>
              </a:defRPr>
            </a:lvl3pPr>
            <a:lvl4pPr algn="l">
              <a:defRPr sz="1500" b="1" i="0">
                <a:solidFill>
                  <a:srgbClr val="103D35"/>
                </a:solidFill>
                <a:latin typeface="Rubik"/>
                <a:ea typeface="Rubik"/>
                <a:cs typeface="Rubik"/>
              </a:defRPr>
            </a:lvl4pPr>
            <a:lvl5pPr algn="l">
              <a:defRPr sz="1500" b="1" i="0">
                <a:solidFill>
                  <a:srgbClr val="103D35"/>
                </a:solidFill>
                <a:latin typeface="Rubik"/>
                <a:ea typeface="Rubik"/>
                <a:cs typeface="Rubik"/>
              </a:defRPr>
            </a:lvl5pPr>
            <a:lvl6pPr algn="l">
              <a:defRPr sz="1500" b="1" i="0">
                <a:solidFill>
                  <a:srgbClr val="103D35"/>
                </a:solidFill>
                <a:latin typeface="Rubik"/>
                <a:ea typeface="Rubik"/>
                <a:cs typeface="Rubik"/>
              </a:defRPr>
            </a:lvl6pPr>
            <a:lvl7pPr algn="l">
              <a:defRPr sz="1500" b="1" i="0">
                <a:solidFill>
                  <a:srgbClr val="103D35"/>
                </a:solidFill>
                <a:latin typeface="Rubik"/>
                <a:ea typeface="Rubik"/>
                <a:cs typeface="Rubik"/>
              </a:defRPr>
            </a:lvl7pPr>
            <a:lvl8pPr algn="l">
              <a:defRPr sz="1500" b="1" i="0">
                <a:solidFill>
                  <a:srgbClr val="103D35"/>
                </a:solidFill>
                <a:latin typeface="Rubik"/>
                <a:ea typeface="Rubik"/>
                <a:cs typeface="Rubik"/>
              </a:defRPr>
            </a:lvl8pPr>
            <a:lvl9pPr algn="l">
              <a:defRPr sz="1500" b="1" i="0">
                <a:solidFill>
                  <a:srgbClr val="103D35"/>
                </a:solidFill>
                <a:latin typeface="Rubik"/>
                <a:ea typeface="Rubik"/>
                <a:cs typeface="Rubik"/>
              </a:defRPr>
            </a:lvl9pPr>
          </a:lstStyle>
          <a:p xmlns:a="http://schemas.openxmlformats.org/drawingml/2006/main">
            <a:pPr algn="l">
              <a:defRPr sz="1500" b="1" i="0">
                <a:solidFill>
                  <a:srgbClr val="103D35"/>
                </a:solidFill>
                <a:latin typeface="Rubik"/>
                <a:ea typeface="Rubik"/>
                <a:cs typeface="Rubik"/>
              </a:defRPr>
            </a:pPr>
            <a:r>
              <a:rPr sz="1500" b="1" i="0">
                <a:solidFill>
                  <a:srgbClr val="103D35"/>
                </a:solidFill>
                <a:latin typeface="Rubik"/>
                <a:ea typeface="Rubik"/>
                <a:cs typeface="Rubik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79162D-3CE7-4956-95EE-63E4F34C6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829050"/>
            <a:ext cx="276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50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defPPr>
            <a:lvl1pPr algn="l">
              <a:defRPr sz="150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1pPr>
            <a:lvl2pPr algn="l">
              <a:defRPr sz="150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2pPr>
            <a:lvl3pPr algn="l">
              <a:defRPr sz="150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3pPr>
            <a:lvl4pPr algn="l">
              <a:defRPr sz="150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4pPr>
            <a:lvl5pPr algn="l">
              <a:defRPr sz="150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5pPr>
            <a:lvl6pPr algn="l">
              <a:defRPr sz="150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6pPr>
            <a:lvl7pPr algn="l">
              <a:defRPr sz="150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7pPr>
            <a:lvl8pPr algn="l">
              <a:defRPr sz="150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8pPr>
            <a:lvl9pPr algn="l">
              <a:defRPr sz="150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9pPr>
          </a:lstStyle>
          <a:p xmlns:a="http://schemas.openxmlformats.org/drawingml/2006/main">
            <a:pPr algn="l">
              <a:defRPr sz="150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pPr>
            <a:r>
              <a:rPr sz="1500" b="1" i="0">
                <a:solidFill>
                  <a:srgbClr val="12211D"/>
                </a:solidFill>
                <a:latin typeface="Rubik"/>
                <a:ea typeface="Rubik"/>
                <a:cs typeface="Rubik"/>
              </a:rPr>
              <a:t>Generate eight prompts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FBC38E-EC14-4581-AD1A-8B90B6454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324350"/>
            <a:ext cx="2762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27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127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127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127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127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127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127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127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127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127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pPr>
            <a:r>
              <a:rPr sz="1275" b="0" i="0">
                <a:solidFill>
                  <a:srgbClr val="5D6B66"/>
                </a:solidFill>
                <a:latin typeface="Noto Sans"/>
                <a:ea typeface="Noto Sans"/>
                <a:cs typeface="Noto Sans"/>
              </a:rPr>
              <a:t>Every candidate keeps its exact label and receives a concise feature phrase.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CBD344B-7981-4BC0-88E7-8D6E0992C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467350"/>
            <a:ext cx="9563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350" b="1" i="0">
                <a:solidFill>
                  <a:srgbClr val="103D35"/>
                </a:solidFill>
                <a:latin typeface="Noto Sans"/>
                <a:ea typeface="Noto Sans"/>
                <a:cs typeface="Noto Sans"/>
              </a:defRPr>
            </a:defPPr>
            <a:lvl1pPr algn="ctr">
              <a:defRPr sz="1350" b="1" i="0">
                <a:solidFill>
                  <a:srgbClr val="103D35"/>
                </a:solidFill>
                <a:latin typeface="Noto Sans"/>
                <a:ea typeface="Noto Sans"/>
                <a:cs typeface="Noto Sans"/>
              </a:defRPr>
            </a:lvl1pPr>
            <a:lvl2pPr algn="ctr">
              <a:defRPr sz="1350" b="1" i="0">
                <a:solidFill>
                  <a:srgbClr val="103D35"/>
                </a:solidFill>
                <a:latin typeface="Noto Sans"/>
                <a:ea typeface="Noto Sans"/>
                <a:cs typeface="Noto Sans"/>
              </a:defRPr>
            </a:lvl2pPr>
            <a:lvl3pPr algn="ctr">
              <a:defRPr sz="1350" b="1" i="0">
                <a:solidFill>
                  <a:srgbClr val="103D35"/>
                </a:solidFill>
                <a:latin typeface="Noto Sans"/>
                <a:ea typeface="Noto Sans"/>
                <a:cs typeface="Noto Sans"/>
              </a:defRPr>
            </a:lvl3pPr>
            <a:lvl4pPr algn="ctr">
              <a:defRPr sz="1350" b="1" i="0">
                <a:solidFill>
                  <a:srgbClr val="103D35"/>
                </a:solidFill>
                <a:latin typeface="Noto Sans"/>
                <a:ea typeface="Noto Sans"/>
                <a:cs typeface="Noto Sans"/>
              </a:defRPr>
            </a:lvl4pPr>
            <a:lvl5pPr algn="ctr">
              <a:defRPr sz="1350" b="1" i="0">
                <a:solidFill>
                  <a:srgbClr val="103D35"/>
                </a:solidFill>
                <a:latin typeface="Noto Sans"/>
                <a:ea typeface="Noto Sans"/>
                <a:cs typeface="Noto Sans"/>
              </a:defRPr>
            </a:lvl5pPr>
            <a:lvl6pPr algn="ctr">
              <a:defRPr sz="1350" b="1" i="0">
                <a:solidFill>
                  <a:srgbClr val="103D35"/>
                </a:solidFill>
                <a:latin typeface="Noto Sans"/>
                <a:ea typeface="Noto Sans"/>
                <a:cs typeface="Noto Sans"/>
              </a:defRPr>
            </a:lvl6pPr>
            <a:lvl7pPr algn="ctr">
              <a:defRPr sz="1350" b="1" i="0">
                <a:solidFill>
                  <a:srgbClr val="103D35"/>
                </a:solidFill>
                <a:latin typeface="Noto Sans"/>
                <a:ea typeface="Noto Sans"/>
                <a:cs typeface="Noto Sans"/>
              </a:defRPr>
            </a:lvl7pPr>
            <a:lvl8pPr algn="ctr">
              <a:defRPr sz="1350" b="1" i="0">
                <a:solidFill>
                  <a:srgbClr val="103D35"/>
                </a:solidFill>
                <a:latin typeface="Noto Sans"/>
                <a:ea typeface="Noto Sans"/>
                <a:cs typeface="Noto Sans"/>
              </a:defRPr>
            </a:lvl8pPr>
            <a:lvl9pPr algn="ctr">
              <a:defRPr sz="1350" b="1" i="0">
                <a:solidFill>
                  <a:srgbClr val="103D35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ctr">
              <a:defRPr sz="1350" b="1" i="0">
                <a:solidFill>
                  <a:srgbClr val="103D35"/>
                </a:solidFill>
                <a:latin typeface="Noto Sans"/>
                <a:ea typeface="Noto Sans"/>
                <a:cs typeface="Noto Sans"/>
              </a:defRPr>
            </a:pPr>
            <a:r>
              <a:rPr sz="1350" b="1" i="0">
                <a:solidFill>
                  <a:srgbClr val="103D35"/>
                </a:solidFill>
                <a:latin typeface="Noto Sans"/>
                <a:ea typeface="Noto Sans"/>
                <a:cs typeface="Noto Sans"/>
              </a:rPr>
              <a:t>HistoPrompt measures this transformation and learns which model–organ pairings benefit.</a:t>
            </a:r>
          </a:p>
        </p:txBody>
      </p:sp>
    </p:spTree>
    <p:extLst>
      <p:ext uri="{BB962C8B-B14F-4D97-AF65-F5344CB8AC3E}">
        <p14:creationId xmlns:p14="http://schemas.microsoft.com/office/powerpoint/2010/main" val="35835545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FE2A72-58B1-4D61-9C6F-977F0D8EA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47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255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defPPr>
            <a:lvl1pPr algn="l">
              <a:defRPr sz="255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1pPr>
            <a:lvl2pPr algn="l">
              <a:defRPr sz="255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2pPr>
            <a:lvl3pPr algn="l">
              <a:defRPr sz="255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3pPr>
            <a:lvl4pPr algn="l">
              <a:defRPr sz="255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4pPr>
            <a:lvl5pPr algn="l">
              <a:defRPr sz="255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5pPr>
            <a:lvl6pPr algn="l">
              <a:defRPr sz="255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6pPr>
            <a:lvl7pPr algn="l">
              <a:defRPr sz="255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7pPr>
            <a:lvl8pPr algn="l">
              <a:defRPr sz="255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8pPr>
            <a:lvl9pPr algn="l">
              <a:defRPr sz="255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9pPr>
          </a:lstStyle>
          <a:p xmlns:a="http://schemas.openxmlformats.org/drawingml/2006/main">
            <a:pPr algn="l">
              <a:defRPr sz="255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pPr>
            <a:r>
              <a:rPr sz="2550" b="1" i="0">
                <a:solidFill>
                  <a:srgbClr val="12211D"/>
                </a:solidFill>
                <a:latin typeface="Rubik"/>
                <a:ea typeface="Rubik"/>
                <a:cs typeface="Rubik"/>
              </a:rPr>
              <a:t>The prototype is organized around a single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02F27C-5AC8-442E-BBBA-7CB68B88D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62025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4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14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14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14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14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14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14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14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14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14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14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pPr>
            <a:r>
              <a:rPr sz="1425" b="0" i="0">
                <a:solidFill>
                  <a:srgbClr val="5D6B66"/>
                </a:solidFill>
                <a:latin typeface="Noto Sans"/>
                <a:ea typeface="Noto Sans"/>
                <a:cs typeface="Noto Sans"/>
              </a:rPr>
              <a:t>Inputs stay visible while model results, evidence, and next actions are reviewed.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3F6798-FC82-4E66-9FC1-B9CFF6376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D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EDFB48-F7B5-4F93-9500-83A7A9D1E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67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67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67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67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67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67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67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67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67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67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67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pPr>
            <a:r>
              <a:rPr sz="675" b="0" i="0">
                <a:solidFill>
                  <a:srgbClr val="5D6B66"/>
                </a:solidFill>
                <a:latin typeface="Noto Sans"/>
                <a:ea typeface="Noto Sans"/>
                <a:cs typeface="Noto Sans"/>
              </a:rPr>
              <a:t>Source: saved replay in data/demo_replay.json; demo video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CA0C1B-FAAE-4208-9422-6790ECEF8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5151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r">
              <a:defRPr sz="825" b="1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defPPr>
            <a:lvl1pPr algn="r">
              <a:defRPr sz="825" b="1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1pPr>
            <a:lvl2pPr algn="r">
              <a:defRPr sz="825" b="1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2pPr>
            <a:lvl3pPr algn="r">
              <a:defRPr sz="825" b="1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3pPr>
            <a:lvl4pPr algn="r">
              <a:defRPr sz="825" b="1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4pPr>
            <a:lvl5pPr algn="r">
              <a:defRPr sz="825" b="1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5pPr>
            <a:lvl6pPr algn="r">
              <a:defRPr sz="825" b="1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6pPr>
            <a:lvl7pPr algn="r">
              <a:defRPr sz="825" b="1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7pPr>
            <a:lvl8pPr algn="r">
              <a:defRPr sz="825" b="1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8pPr>
            <a:lvl9pPr algn="r">
              <a:defRPr sz="825" b="1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r">
              <a:defRPr sz="825" b="1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pPr>
            <a:r>
              <a:rPr sz="825" b="1" i="0">
                <a:solidFill>
                  <a:srgbClr val="5D6B66"/>
                </a:solidFill>
                <a:latin typeface="Noto Sans"/>
                <a:ea typeface="Noto Sans"/>
                <a:cs typeface="Noto Sans"/>
              </a:rPr>
              <a:t>04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8A942B-CE39-4428-802E-1F03F92ACFC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a86a2fbdda4480"/>
          <a:stretch xmlns:a="http://schemas.openxmlformats.org/drawingml/2006/main"/>
        </p:blipFill>
        <p:spPr>
          <a:xfrm xmlns:a="http://schemas.openxmlformats.org/drawingml/2006/main">
            <a:off x="2312458" y="1447800"/>
            <a:ext cx="7567083" cy="4762500"/>
          </a:xfrm>
          <a:prstGeom xmlns:a="http://schemas.openxmlformats.org/drawingml/2006/main" prst="roundRect">
            <a:avLst>
              <a:gd name="adj" fmla="val 3200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571C21-7DC2-4733-B61E-438E15B15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562100"/>
            <a:ext cx="2095500" cy="400050"/>
          </a:xfrm>
          <a:prstGeom xmlns:a="http://schemas.openxmlformats.org/drawingml/2006/main" prst="roundRect">
            <a:avLst>
              <a:gd name="adj" fmla="val 38095"/>
            </a:avLst>
          </a:prstGeom>
          <a:solidFill xmlns:a="http://schemas.openxmlformats.org/drawingml/2006/main">
            <a:srgbClr val="103D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9A9787-E361-409F-8969-DBFCAC20E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19250"/>
            <a:ext cx="1771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125" b="1" i="0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1125" b="1" i="0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1125" b="1" i="0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1125" b="1" i="0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1125" b="1" i="0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1125" b="1" i="0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1125" b="1" i="0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1125" b="1" i="0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1125" b="1" i="0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1125" b="1" i="0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1125" b="1" i="0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1125" b="1" i="0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Public saved demo</a:t>
            </a:r>
          </a:p>
        </p:txBody>
      </p:sp>
    </p:spTree>
    <p:extLst>
      <p:ext uri="{BB962C8B-B14F-4D97-AF65-F5344CB8AC3E}">
        <p14:creationId xmlns:p14="http://schemas.microsoft.com/office/powerpoint/2010/main" val="95517615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B41562F-3BB8-4CCB-B781-D9B3BEFA3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47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255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defPPr>
            <a:lvl1pPr algn="l">
              <a:defRPr sz="255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1pPr>
            <a:lvl2pPr algn="l">
              <a:defRPr sz="255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2pPr>
            <a:lvl3pPr algn="l">
              <a:defRPr sz="255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3pPr>
            <a:lvl4pPr algn="l">
              <a:defRPr sz="255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4pPr>
            <a:lvl5pPr algn="l">
              <a:defRPr sz="255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5pPr>
            <a:lvl6pPr algn="l">
              <a:defRPr sz="255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6pPr>
            <a:lvl7pPr algn="l">
              <a:defRPr sz="255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7pPr>
            <a:lvl8pPr algn="l">
              <a:defRPr sz="255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8pPr>
            <a:lvl9pPr algn="l">
              <a:defRPr sz="255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9pPr>
          </a:lstStyle>
          <a:p xmlns:a="http://schemas.openxmlformats.org/drawingml/2006/main">
            <a:pPr algn="l">
              <a:defRPr sz="255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pPr>
            <a:r>
              <a:rPr sz="2550" b="1" i="0">
                <a:solidFill>
                  <a:srgbClr val="12211D"/>
                </a:solidFill>
                <a:latin typeface="Rubik"/>
                <a:ea typeface="Rubik"/>
                <a:cs typeface="Rubik"/>
              </a:rPr>
              <a:t>Built on the full hackathon stack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230550-52C9-4073-8681-DB8B9514C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62025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4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14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14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14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14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14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14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14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14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14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14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pPr>
            <a:r>
              <a:rPr sz="1425" b="0" i="0">
                <a:solidFill>
                  <a:srgbClr val="5D6B66"/>
                </a:solidFill>
                <a:latin typeface="Noto Sans"/>
                <a:ea typeface="Noto Sans"/>
                <a:cs typeface="Noto Sans"/>
              </a:rPr>
              <a:t>We combined PathGen, RAG, Lumen, four pathology models, and Delta in one working product.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F08FFC-77BB-4A8E-8A5B-BB573A06B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D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0B4821-E7BE-41C0-A14B-3AFBFBC39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67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67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67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67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67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67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67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67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67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67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67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pPr>
            <a:r>
              <a:rPr sz="675" b="0" i="0">
                <a:solidFill>
                  <a:srgbClr val="5D6B66"/>
                </a:solidFill>
                <a:latin typeface="Noto Sans"/>
                <a:ea typeface="Noto Sans"/>
                <a:cs typeface="Noto Sans"/>
              </a:rPr>
              <a:t>Source: repository implementation; CCIL hackathon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B64C44-398E-48BC-9E57-61AE62578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5151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r">
              <a:defRPr sz="825" b="1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defPPr>
            <a:lvl1pPr algn="r">
              <a:defRPr sz="825" b="1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1pPr>
            <a:lvl2pPr algn="r">
              <a:defRPr sz="825" b="1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2pPr>
            <a:lvl3pPr algn="r">
              <a:defRPr sz="825" b="1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3pPr>
            <a:lvl4pPr algn="r">
              <a:defRPr sz="825" b="1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4pPr>
            <a:lvl5pPr algn="r">
              <a:defRPr sz="825" b="1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5pPr>
            <a:lvl6pPr algn="r">
              <a:defRPr sz="825" b="1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6pPr>
            <a:lvl7pPr algn="r">
              <a:defRPr sz="825" b="1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7pPr>
            <a:lvl8pPr algn="r">
              <a:defRPr sz="825" b="1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8pPr>
            <a:lvl9pPr algn="r">
              <a:defRPr sz="825" b="1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r">
              <a:defRPr sz="825" b="1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pPr>
            <a:r>
              <a:rPr sz="825" b="1" i="0">
                <a:solidFill>
                  <a:srgbClr val="5D6B66"/>
                </a:solidFill>
                <a:latin typeface="Noto Sans"/>
                <a:ea typeface="Noto Sans"/>
                <a:cs typeface="Noto Sans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8294BF-EA30-4580-9665-7380D02DD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19250"/>
            <a:ext cx="2476500" cy="2686050"/>
          </a:xfrm>
          <a:prstGeom xmlns:a="http://schemas.openxmlformats.org/drawingml/2006/main" prst="roundRect">
            <a:avLst>
              <a:gd name="adj" fmla="val 84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D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C4955A-9BE7-4035-80BD-EB932623C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19250"/>
            <a:ext cx="2476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3D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A53CDF-1254-4747-AA34-F40014BA6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62150"/>
            <a:ext cx="57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650" b="1" i="0">
                <a:solidFill>
                  <a:srgbClr val="D13D77"/>
                </a:solidFill>
                <a:latin typeface="Rubik"/>
                <a:ea typeface="Rubik"/>
                <a:cs typeface="Rubik"/>
              </a:defRPr>
            </a:defPPr>
            <a:lvl1pPr algn="l">
              <a:defRPr sz="1650" b="1" i="0">
                <a:solidFill>
                  <a:srgbClr val="D13D77"/>
                </a:solidFill>
                <a:latin typeface="Rubik"/>
                <a:ea typeface="Rubik"/>
                <a:cs typeface="Rubik"/>
              </a:defRPr>
            </a:lvl1pPr>
            <a:lvl2pPr algn="l">
              <a:defRPr sz="1650" b="1" i="0">
                <a:solidFill>
                  <a:srgbClr val="D13D77"/>
                </a:solidFill>
                <a:latin typeface="Rubik"/>
                <a:ea typeface="Rubik"/>
                <a:cs typeface="Rubik"/>
              </a:defRPr>
            </a:lvl2pPr>
            <a:lvl3pPr algn="l">
              <a:defRPr sz="1650" b="1" i="0">
                <a:solidFill>
                  <a:srgbClr val="D13D77"/>
                </a:solidFill>
                <a:latin typeface="Rubik"/>
                <a:ea typeface="Rubik"/>
                <a:cs typeface="Rubik"/>
              </a:defRPr>
            </a:lvl3pPr>
            <a:lvl4pPr algn="l">
              <a:defRPr sz="1650" b="1" i="0">
                <a:solidFill>
                  <a:srgbClr val="D13D77"/>
                </a:solidFill>
                <a:latin typeface="Rubik"/>
                <a:ea typeface="Rubik"/>
                <a:cs typeface="Rubik"/>
              </a:defRPr>
            </a:lvl4pPr>
            <a:lvl5pPr algn="l">
              <a:defRPr sz="1650" b="1" i="0">
                <a:solidFill>
                  <a:srgbClr val="D13D77"/>
                </a:solidFill>
                <a:latin typeface="Rubik"/>
                <a:ea typeface="Rubik"/>
                <a:cs typeface="Rubik"/>
              </a:defRPr>
            </a:lvl5pPr>
            <a:lvl6pPr algn="l">
              <a:defRPr sz="1650" b="1" i="0">
                <a:solidFill>
                  <a:srgbClr val="D13D77"/>
                </a:solidFill>
                <a:latin typeface="Rubik"/>
                <a:ea typeface="Rubik"/>
                <a:cs typeface="Rubik"/>
              </a:defRPr>
            </a:lvl6pPr>
            <a:lvl7pPr algn="l">
              <a:defRPr sz="1650" b="1" i="0">
                <a:solidFill>
                  <a:srgbClr val="D13D77"/>
                </a:solidFill>
                <a:latin typeface="Rubik"/>
                <a:ea typeface="Rubik"/>
                <a:cs typeface="Rubik"/>
              </a:defRPr>
            </a:lvl7pPr>
            <a:lvl8pPr algn="l">
              <a:defRPr sz="1650" b="1" i="0">
                <a:solidFill>
                  <a:srgbClr val="D13D77"/>
                </a:solidFill>
                <a:latin typeface="Rubik"/>
                <a:ea typeface="Rubik"/>
                <a:cs typeface="Rubik"/>
              </a:defRPr>
            </a:lvl8pPr>
            <a:lvl9pPr algn="l">
              <a:defRPr sz="1650" b="1" i="0">
                <a:solidFill>
                  <a:srgbClr val="D13D77"/>
                </a:solidFill>
                <a:latin typeface="Rubik"/>
                <a:ea typeface="Rubik"/>
                <a:cs typeface="Rubik"/>
              </a:defRPr>
            </a:lvl9pPr>
          </a:lstStyle>
          <a:p xmlns:a="http://schemas.openxmlformats.org/drawingml/2006/main">
            <a:pPr algn="l">
              <a:defRPr sz="1650" b="1" i="0">
                <a:solidFill>
                  <a:srgbClr val="D13D77"/>
                </a:solidFill>
                <a:latin typeface="Rubik"/>
                <a:ea typeface="Rubik"/>
                <a:cs typeface="Rubik"/>
              </a:defRPr>
            </a:pPr>
            <a:r>
              <a:rPr sz="1650" b="1" i="0">
                <a:solidFill>
                  <a:srgbClr val="D13D77"/>
                </a:solidFill>
                <a:latin typeface="Rubik"/>
                <a:ea typeface="Rubik"/>
                <a:cs typeface="Rubik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7827E1-299D-4153-9D34-83B284FA9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57450"/>
            <a:ext cx="2019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210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defPPr>
            <a:lvl1pPr algn="l">
              <a:defRPr sz="210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1pPr>
            <a:lvl2pPr algn="l">
              <a:defRPr sz="210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2pPr>
            <a:lvl3pPr algn="l">
              <a:defRPr sz="210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3pPr>
            <a:lvl4pPr algn="l">
              <a:defRPr sz="210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4pPr>
            <a:lvl5pPr algn="l">
              <a:defRPr sz="210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5pPr>
            <a:lvl6pPr algn="l">
              <a:defRPr sz="210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6pPr>
            <a:lvl7pPr algn="l">
              <a:defRPr sz="210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7pPr>
            <a:lvl8pPr algn="l">
              <a:defRPr sz="210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8pPr>
            <a:lvl9pPr algn="l">
              <a:defRPr sz="210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9pPr>
          </a:lstStyle>
          <a:p xmlns:a="http://schemas.openxmlformats.org/drawingml/2006/main">
            <a:pPr algn="l">
              <a:defRPr sz="210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pPr>
            <a:r>
              <a:rPr sz="2100" b="1" i="0">
                <a:solidFill>
                  <a:srgbClr val="12211D"/>
                </a:solidFill>
                <a:latin typeface="Rubik"/>
                <a:ea typeface="Rubik"/>
                <a:cs typeface="Rubik"/>
              </a:rPr>
              <a:t>PathGen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F1CB15-B4C4-483B-8213-8794280FE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20193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pPr>
            <a:r>
              <a: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rPr>
              <a:t>2,141 pathology cases</a:t>
            </a:r>
          </a:p>
          <a:p xmlns:a="http://schemas.openxmlformats.org/drawingml/2006/main">
            <a:pPr algn="l">
              <a:def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pPr>
            <a:r>
              <a: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rPr>
              <a:t>8 TCGA cancer projects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E9E933-2875-4811-83C4-F262DA639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619250"/>
            <a:ext cx="2476500" cy="2686050"/>
          </a:xfrm>
          <a:prstGeom xmlns:a="http://schemas.openxmlformats.org/drawingml/2006/main" prst="roundRect">
            <a:avLst>
              <a:gd name="adj" fmla="val 84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D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9C675E-1939-4A7F-B50D-47DD23E96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619250"/>
            <a:ext cx="2476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D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574318-F1B3-4A51-A2C6-415DAC707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1962150"/>
            <a:ext cx="57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650" b="1" i="0">
                <a:solidFill>
                  <a:srgbClr val="007D68"/>
                </a:solidFill>
                <a:latin typeface="Rubik"/>
                <a:ea typeface="Rubik"/>
                <a:cs typeface="Rubik"/>
              </a:defRPr>
            </a:defPPr>
            <a:lvl1pPr algn="l">
              <a:defRPr sz="1650" b="1" i="0">
                <a:solidFill>
                  <a:srgbClr val="007D68"/>
                </a:solidFill>
                <a:latin typeface="Rubik"/>
                <a:ea typeface="Rubik"/>
                <a:cs typeface="Rubik"/>
              </a:defRPr>
            </a:lvl1pPr>
            <a:lvl2pPr algn="l">
              <a:defRPr sz="1650" b="1" i="0">
                <a:solidFill>
                  <a:srgbClr val="007D68"/>
                </a:solidFill>
                <a:latin typeface="Rubik"/>
                <a:ea typeface="Rubik"/>
                <a:cs typeface="Rubik"/>
              </a:defRPr>
            </a:lvl2pPr>
            <a:lvl3pPr algn="l">
              <a:defRPr sz="1650" b="1" i="0">
                <a:solidFill>
                  <a:srgbClr val="007D68"/>
                </a:solidFill>
                <a:latin typeface="Rubik"/>
                <a:ea typeface="Rubik"/>
                <a:cs typeface="Rubik"/>
              </a:defRPr>
            </a:lvl3pPr>
            <a:lvl4pPr algn="l">
              <a:defRPr sz="1650" b="1" i="0">
                <a:solidFill>
                  <a:srgbClr val="007D68"/>
                </a:solidFill>
                <a:latin typeface="Rubik"/>
                <a:ea typeface="Rubik"/>
                <a:cs typeface="Rubik"/>
              </a:defRPr>
            </a:lvl4pPr>
            <a:lvl5pPr algn="l">
              <a:defRPr sz="1650" b="1" i="0">
                <a:solidFill>
                  <a:srgbClr val="007D68"/>
                </a:solidFill>
                <a:latin typeface="Rubik"/>
                <a:ea typeface="Rubik"/>
                <a:cs typeface="Rubik"/>
              </a:defRPr>
            </a:lvl5pPr>
            <a:lvl6pPr algn="l">
              <a:defRPr sz="1650" b="1" i="0">
                <a:solidFill>
                  <a:srgbClr val="007D68"/>
                </a:solidFill>
                <a:latin typeface="Rubik"/>
                <a:ea typeface="Rubik"/>
                <a:cs typeface="Rubik"/>
              </a:defRPr>
            </a:lvl6pPr>
            <a:lvl7pPr algn="l">
              <a:defRPr sz="1650" b="1" i="0">
                <a:solidFill>
                  <a:srgbClr val="007D68"/>
                </a:solidFill>
                <a:latin typeface="Rubik"/>
                <a:ea typeface="Rubik"/>
                <a:cs typeface="Rubik"/>
              </a:defRPr>
            </a:lvl7pPr>
            <a:lvl8pPr algn="l">
              <a:defRPr sz="1650" b="1" i="0">
                <a:solidFill>
                  <a:srgbClr val="007D68"/>
                </a:solidFill>
                <a:latin typeface="Rubik"/>
                <a:ea typeface="Rubik"/>
                <a:cs typeface="Rubik"/>
              </a:defRPr>
            </a:lvl8pPr>
            <a:lvl9pPr algn="l">
              <a:defRPr sz="1650" b="1" i="0">
                <a:solidFill>
                  <a:srgbClr val="007D68"/>
                </a:solidFill>
                <a:latin typeface="Rubik"/>
                <a:ea typeface="Rubik"/>
                <a:cs typeface="Rubik"/>
              </a:defRPr>
            </a:lvl9pPr>
          </a:lstStyle>
          <a:p xmlns:a="http://schemas.openxmlformats.org/drawingml/2006/main">
            <a:pPr algn="l">
              <a:defRPr sz="1650" b="1" i="0">
                <a:solidFill>
                  <a:srgbClr val="007D68"/>
                </a:solidFill>
                <a:latin typeface="Rubik"/>
                <a:ea typeface="Rubik"/>
                <a:cs typeface="Rubik"/>
              </a:defRPr>
            </a:pPr>
            <a:r>
              <a:rPr sz="1650" b="1" i="0">
                <a:solidFill>
                  <a:srgbClr val="007D68"/>
                </a:solidFill>
                <a:latin typeface="Rubik"/>
                <a:ea typeface="Rubik"/>
                <a:cs typeface="Rubik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7BDE3B-48E9-42D4-AC6C-98E1B3935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457450"/>
            <a:ext cx="2019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210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defPPr>
            <a:lvl1pPr algn="l">
              <a:defRPr sz="210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1pPr>
            <a:lvl2pPr algn="l">
              <a:defRPr sz="210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2pPr>
            <a:lvl3pPr algn="l">
              <a:defRPr sz="210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3pPr>
            <a:lvl4pPr algn="l">
              <a:defRPr sz="210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4pPr>
            <a:lvl5pPr algn="l">
              <a:defRPr sz="210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5pPr>
            <a:lvl6pPr algn="l">
              <a:defRPr sz="210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6pPr>
            <a:lvl7pPr algn="l">
              <a:defRPr sz="210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7pPr>
            <a:lvl8pPr algn="l">
              <a:defRPr sz="210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8pPr>
            <a:lvl9pPr algn="l">
              <a:defRPr sz="210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9pPr>
          </a:lstStyle>
          <a:p xmlns:a="http://schemas.openxmlformats.org/drawingml/2006/main">
            <a:pPr algn="l">
              <a:defRPr sz="210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pPr>
            <a:r>
              <a:rPr sz="2100" b="1" i="0">
                <a:solidFill>
                  <a:srgbClr val="12211D"/>
                </a:solidFill>
                <a:latin typeface="Rubik"/>
                <a:ea typeface="Rubik"/>
                <a:cs typeface="Rubik"/>
              </a:rPr>
              <a:t>NCSA models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9824D3-56B3-4A58-90AB-B91673ADC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143250"/>
            <a:ext cx="20193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pPr>
            <a:r>
              <a: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rPr>
              <a:t>MUSK · CONCH</a:t>
            </a:r>
          </a:p>
          <a:p xmlns:a="http://schemas.openxmlformats.org/drawingml/2006/main">
            <a:pPr algn="l">
              <a:def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pPr>
            <a:r>
              <a: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rPr>
              <a:t>QuiltNet · PLIP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F4A239-42FB-42FC-9DA6-E41EC8DAB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19250"/>
            <a:ext cx="2476500" cy="2686050"/>
          </a:xfrm>
          <a:prstGeom xmlns:a="http://schemas.openxmlformats.org/drawingml/2006/main" prst="roundRect">
            <a:avLst>
              <a:gd name="adj" fmla="val 84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D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92666F-0696-4CC8-B1BC-F3339862A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19250"/>
            <a:ext cx="2476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87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E3175A-24F2-4E72-A83D-388E88099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962150"/>
            <a:ext cx="57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650" b="1" i="0">
                <a:solidFill>
                  <a:srgbClr val="E9873C"/>
                </a:solidFill>
                <a:latin typeface="Rubik"/>
                <a:ea typeface="Rubik"/>
                <a:cs typeface="Rubik"/>
              </a:defRPr>
            </a:defPPr>
            <a:lvl1pPr algn="l">
              <a:defRPr sz="1650" b="1" i="0">
                <a:solidFill>
                  <a:srgbClr val="E9873C"/>
                </a:solidFill>
                <a:latin typeface="Rubik"/>
                <a:ea typeface="Rubik"/>
                <a:cs typeface="Rubik"/>
              </a:defRPr>
            </a:lvl1pPr>
            <a:lvl2pPr algn="l">
              <a:defRPr sz="1650" b="1" i="0">
                <a:solidFill>
                  <a:srgbClr val="E9873C"/>
                </a:solidFill>
                <a:latin typeface="Rubik"/>
                <a:ea typeface="Rubik"/>
                <a:cs typeface="Rubik"/>
              </a:defRPr>
            </a:lvl2pPr>
            <a:lvl3pPr algn="l">
              <a:defRPr sz="1650" b="1" i="0">
                <a:solidFill>
                  <a:srgbClr val="E9873C"/>
                </a:solidFill>
                <a:latin typeface="Rubik"/>
                <a:ea typeface="Rubik"/>
                <a:cs typeface="Rubik"/>
              </a:defRPr>
            </a:lvl3pPr>
            <a:lvl4pPr algn="l">
              <a:defRPr sz="1650" b="1" i="0">
                <a:solidFill>
                  <a:srgbClr val="E9873C"/>
                </a:solidFill>
                <a:latin typeface="Rubik"/>
                <a:ea typeface="Rubik"/>
                <a:cs typeface="Rubik"/>
              </a:defRPr>
            </a:lvl4pPr>
            <a:lvl5pPr algn="l">
              <a:defRPr sz="1650" b="1" i="0">
                <a:solidFill>
                  <a:srgbClr val="E9873C"/>
                </a:solidFill>
                <a:latin typeface="Rubik"/>
                <a:ea typeface="Rubik"/>
                <a:cs typeface="Rubik"/>
              </a:defRPr>
            </a:lvl5pPr>
            <a:lvl6pPr algn="l">
              <a:defRPr sz="1650" b="1" i="0">
                <a:solidFill>
                  <a:srgbClr val="E9873C"/>
                </a:solidFill>
                <a:latin typeface="Rubik"/>
                <a:ea typeface="Rubik"/>
                <a:cs typeface="Rubik"/>
              </a:defRPr>
            </a:lvl6pPr>
            <a:lvl7pPr algn="l">
              <a:defRPr sz="1650" b="1" i="0">
                <a:solidFill>
                  <a:srgbClr val="E9873C"/>
                </a:solidFill>
                <a:latin typeface="Rubik"/>
                <a:ea typeface="Rubik"/>
                <a:cs typeface="Rubik"/>
              </a:defRPr>
            </a:lvl7pPr>
            <a:lvl8pPr algn="l">
              <a:defRPr sz="1650" b="1" i="0">
                <a:solidFill>
                  <a:srgbClr val="E9873C"/>
                </a:solidFill>
                <a:latin typeface="Rubik"/>
                <a:ea typeface="Rubik"/>
                <a:cs typeface="Rubik"/>
              </a:defRPr>
            </a:lvl8pPr>
            <a:lvl9pPr algn="l">
              <a:defRPr sz="1650" b="1" i="0">
                <a:solidFill>
                  <a:srgbClr val="E9873C"/>
                </a:solidFill>
                <a:latin typeface="Rubik"/>
                <a:ea typeface="Rubik"/>
                <a:cs typeface="Rubik"/>
              </a:defRPr>
            </a:lvl9pPr>
          </a:lstStyle>
          <a:p xmlns:a="http://schemas.openxmlformats.org/drawingml/2006/main">
            <a:pPr algn="l">
              <a:defRPr sz="1650" b="1" i="0">
                <a:solidFill>
                  <a:srgbClr val="E9873C"/>
                </a:solidFill>
                <a:latin typeface="Rubik"/>
                <a:ea typeface="Rubik"/>
                <a:cs typeface="Rubik"/>
              </a:defRPr>
            </a:pPr>
            <a:r>
              <a:rPr sz="1650" b="1" i="0">
                <a:solidFill>
                  <a:srgbClr val="E9873C"/>
                </a:solidFill>
                <a:latin typeface="Rubik"/>
                <a:ea typeface="Rubik"/>
                <a:cs typeface="Rubik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4B0DD8-C9A4-4115-8C8C-60A536DF2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457450"/>
            <a:ext cx="2019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210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defPPr>
            <a:lvl1pPr algn="l">
              <a:defRPr sz="210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1pPr>
            <a:lvl2pPr algn="l">
              <a:defRPr sz="210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2pPr>
            <a:lvl3pPr algn="l">
              <a:defRPr sz="210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3pPr>
            <a:lvl4pPr algn="l">
              <a:defRPr sz="210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4pPr>
            <a:lvl5pPr algn="l">
              <a:defRPr sz="210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5pPr>
            <a:lvl6pPr algn="l">
              <a:defRPr sz="210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6pPr>
            <a:lvl7pPr algn="l">
              <a:defRPr sz="210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7pPr>
            <a:lvl8pPr algn="l">
              <a:defRPr sz="210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8pPr>
            <a:lvl9pPr algn="l">
              <a:defRPr sz="210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9pPr>
          </a:lstStyle>
          <a:p xmlns:a="http://schemas.openxmlformats.org/drawingml/2006/main">
            <a:pPr algn="l">
              <a:defRPr sz="210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pPr>
            <a:r>
              <a:rPr sz="2100" b="1" i="0">
                <a:solidFill>
                  <a:srgbClr val="12211D"/>
                </a:solidFill>
                <a:latin typeface="Rubik"/>
                <a:ea typeface="Rubik"/>
                <a:cs typeface="Rubik"/>
              </a:rPr>
              <a:t>Delta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11B9DB-B17F-47AA-8DA8-FC0DE1DA3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143250"/>
            <a:ext cx="20193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pPr>
            <a:r>
              <a: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rPr>
              <a:t>Hosted inference</a:t>
            </a:r>
          </a:p>
          <a:p xmlns:a="http://schemas.openxmlformats.org/drawingml/2006/main">
            <a:pPr algn="l">
              <a:def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pPr>
            <a:r>
              <a: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rPr>
              <a:t>parallel model evaluation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7DA642-CBF3-4027-9818-DE44FCDDF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619250"/>
            <a:ext cx="2476500" cy="2686050"/>
          </a:xfrm>
          <a:prstGeom xmlns:a="http://schemas.openxmlformats.org/drawingml/2006/main" prst="roundRect">
            <a:avLst>
              <a:gd name="adj" fmla="val 84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181914-197C-44ED-9B05-6764BB0AC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619250"/>
            <a:ext cx="2476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3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F59E188-41C7-4B70-9ACE-03E7AB979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962150"/>
            <a:ext cx="57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650" b="1" i="0">
                <a:solidFill>
                  <a:srgbClr val="6A3F78"/>
                </a:solidFill>
                <a:latin typeface="Rubik"/>
                <a:ea typeface="Rubik"/>
                <a:cs typeface="Rubik"/>
              </a:defRPr>
            </a:defPPr>
            <a:lvl1pPr algn="l">
              <a:defRPr sz="1650" b="1" i="0">
                <a:solidFill>
                  <a:srgbClr val="6A3F78"/>
                </a:solidFill>
                <a:latin typeface="Rubik"/>
                <a:ea typeface="Rubik"/>
                <a:cs typeface="Rubik"/>
              </a:defRPr>
            </a:lvl1pPr>
            <a:lvl2pPr algn="l">
              <a:defRPr sz="1650" b="1" i="0">
                <a:solidFill>
                  <a:srgbClr val="6A3F78"/>
                </a:solidFill>
                <a:latin typeface="Rubik"/>
                <a:ea typeface="Rubik"/>
                <a:cs typeface="Rubik"/>
              </a:defRPr>
            </a:lvl2pPr>
            <a:lvl3pPr algn="l">
              <a:defRPr sz="1650" b="1" i="0">
                <a:solidFill>
                  <a:srgbClr val="6A3F78"/>
                </a:solidFill>
                <a:latin typeface="Rubik"/>
                <a:ea typeface="Rubik"/>
                <a:cs typeface="Rubik"/>
              </a:defRPr>
            </a:lvl3pPr>
            <a:lvl4pPr algn="l">
              <a:defRPr sz="1650" b="1" i="0">
                <a:solidFill>
                  <a:srgbClr val="6A3F78"/>
                </a:solidFill>
                <a:latin typeface="Rubik"/>
                <a:ea typeface="Rubik"/>
                <a:cs typeface="Rubik"/>
              </a:defRPr>
            </a:lvl4pPr>
            <a:lvl5pPr algn="l">
              <a:defRPr sz="1650" b="1" i="0">
                <a:solidFill>
                  <a:srgbClr val="6A3F78"/>
                </a:solidFill>
                <a:latin typeface="Rubik"/>
                <a:ea typeface="Rubik"/>
                <a:cs typeface="Rubik"/>
              </a:defRPr>
            </a:lvl5pPr>
            <a:lvl6pPr algn="l">
              <a:defRPr sz="1650" b="1" i="0">
                <a:solidFill>
                  <a:srgbClr val="6A3F78"/>
                </a:solidFill>
                <a:latin typeface="Rubik"/>
                <a:ea typeface="Rubik"/>
                <a:cs typeface="Rubik"/>
              </a:defRPr>
            </a:lvl6pPr>
            <a:lvl7pPr algn="l">
              <a:defRPr sz="1650" b="1" i="0">
                <a:solidFill>
                  <a:srgbClr val="6A3F78"/>
                </a:solidFill>
                <a:latin typeface="Rubik"/>
                <a:ea typeface="Rubik"/>
                <a:cs typeface="Rubik"/>
              </a:defRPr>
            </a:lvl7pPr>
            <a:lvl8pPr algn="l">
              <a:defRPr sz="1650" b="1" i="0">
                <a:solidFill>
                  <a:srgbClr val="6A3F78"/>
                </a:solidFill>
                <a:latin typeface="Rubik"/>
                <a:ea typeface="Rubik"/>
                <a:cs typeface="Rubik"/>
              </a:defRPr>
            </a:lvl8pPr>
            <a:lvl9pPr algn="l">
              <a:defRPr sz="1650" b="1" i="0">
                <a:solidFill>
                  <a:srgbClr val="6A3F78"/>
                </a:solidFill>
                <a:latin typeface="Rubik"/>
                <a:ea typeface="Rubik"/>
                <a:cs typeface="Rubik"/>
              </a:defRPr>
            </a:lvl9pPr>
          </a:lstStyle>
          <a:p xmlns:a="http://schemas.openxmlformats.org/drawingml/2006/main">
            <a:pPr algn="l">
              <a:defRPr sz="1650" b="1" i="0">
                <a:solidFill>
                  <a:srgbClr val="6A3F78"/>
                </a:solidFill>
                <a:latin typeface="Rubik"/>
                <a:ea typeface="Rubik"/>
                <a:cs typeface="Rubik"/>
              </a:defRPr>
            </a:pPr>
            <a:r>
              <a:rPr sz="1650" b="1" i="0">
                <a:solidFill>
                  <a:srgbClr val="6A3F78"/>
                </a:solidFill>
                <a:latin typeface="Rubik"/>
                <a:ea typeface="Rubik"/>
                <a:cs typeface="Rubik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0C27AC4-43A2-4D71-9777-FD96B68DA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457450"/>
            <a:ext cx="2019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210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defPPr>
            <a:lvl1pPr algn="l">
              <a:defRPr sz="210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1pPr>
            <a:lvl2pPr algn="l">
              <a:defRPr sz="210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2pPr>
            <a:lvl3pPr algn="l">
              <a:defRPr sz="210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3pPr>
            <a:lvl4pPr algn="l">
              <a:defRPr sz="210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4pPr>
            <a:lvl5pPr algn="l">
              <a:defRPr sz="210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5pPr>
            <a:lvl6pPr algn="l">
              <a:defRPr sz="210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6pPr>
            <a:lvl7pPr algn="l">
              <a:defRPr sz="210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7pPr>
            <a:lvl8pPr algn="l">
              <a:defRPr sz="210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8pPr>
            <a:lvl9pPr algn="l">
              <a:defRPr sz="210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9pPr>
          </a:lstStyle>
          <a:p xmlns:a="http://schemas.openxmlformats.org/drawingml/2006/main">
            <a:pPr algn="l">
              <a:defRPr sz="210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pPr>
            <a:r>
              <a:rPr sz="2100" b="1" i="0">
                <a:solidFill>
                  <a:srgbClr val="12211D"/>
                </a:solidFill>
                <a:latin typeface="Rubik"/>
                <a:ea typeface="Rubik"/>
                <a:cs typeface="Rubik"/>
              </a:rPr>
              <a:t>RAG + Lumen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21E5FE3-4DC7-48DC-B4B7-B697C66BE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143250"/>
            <a:ext cx="20193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pPr>
            <a:r>
              <a: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rPr>
              <a:t>Retrieved pathology evidence</a:t>
            </a:r>
          </a:p>
          <a:p xmlns:a="http://schemas.openxmlformats.org/drawingml/2006/main">
            <a:pPr algn="l">
              <a:def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pPr>
            <a:r>
              <a: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rPr>
              <a:t>case-specific prompts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2301C45-C8A9-46D8-9CA4-0ECF33599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876800"/>
            <a:ext cx="2000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3150" b="1" i="0">
                <a:solidFill>
                  <a:srgbClr val="103D35"/>
                </a:solidFill>
                <a:latin typeface="Rubik"/>
                <a:ea typeface="Rubik"/>
                <a:cs typeface="Rubik"/>
              </a:defRPr>
            </a:defPPr>
            <a:lvl1pPr algn="ctr">
              <a:defRPr sz="3150" b="1" i="0">
                <a:solidFill>
                  <a:srgbClr val="103D35"/>
                </a:solidFill>
                <a:latin typeface="Rubik"/>
                <a:ea typeface="Rubik"/>
                <a:cs typeface="Rubik"/>
              </a:defRPr>
            </a:lvl1pPr>
            <a:lvl2pPr algn="ctr">
              <a:defRPr sz="3150" b="1" i="0">
                <a:solidFill>
                  <a:srgbClr val="103D35"/>
                </a:solidFill>
                <a:latin typeface="Rubik"/>
                <a:ea typeface="Rubik"/>
                <a:cs typeface="Rubik"/>
              </a:defRPr>
            </a:lvl2pPr>
            <a:lvl3pPr algn="ctr">
              <a:defRPr sz="3150" b="1" i="0">
                <a:solidFill>
                  <a:srgbClr val="103D35"/>
                </a:solidFill>
                <a:latin typeface="Rubik"/>
                <a:ea typeface="Rubik"/>
                <a:cs typeface="Rubik"/>
              </a:defRPr>
            </a:lvl3pPr>
            <a:lvl4pPr algn="ctr">
              <a:defRPr sz="3150" b="1" i="0">
                <a:solidFill>
                  <a:srgbClr val="103D35"/>
                </a:solidFill>
                <a:latin typeface="Rubik"/>
                <a:ea typeface="Rubik"/>
                <a:cs typeface="Rubik"/>
              </a:defRPr>
            </a:lvl4pPr>
            <a:lvl5pPr algn="ctr">
              <a:defRPr sz="3150" b="1" i="0">
                <a:solidFill>
                  <a:srgbClr val="103D35"/>
                </a:solidFill>
                <a:latin typeface="Rubik"/>
                <a:ea typeface="Rubik"/>
                <a:cs typeface="Rubik"/>
              </a:defRPr>
            </a:lvl5pPr>
            <a:lvl6pPr algn="ctr">
              <a:defRPr sz="3150" b="1" i="0">
                <a:solidFill>
                  <a:srgbClr val="103D35"/>
                </a:solidFill>
                <a:latin typeface="Rubik"/>
                <a:ea typeface="Rubik"/>
                <a:cs typeface="Rubik"/>
              </a:defRPr>
            </a:lvl6pPr>
            <a:lvl7pPr algn="ctr">
              <a:defRPr sz="3150" b="1" i="0">
                <a:solidFill>
                  <a:srgbClr val="103D35"/>
                </a:solidFill>
                <a:latin typeface="Rubik"/>
                <a:ea typeface="Rubik"/>
                <a:cs typeface="Rubik"/>
              </a:defRPr>
            </a:lvl7pPr>
            <a:lvl8pPr algn="ctr">
              <a:defRPr sz="3150" b="1" i="0">
                <a:solidFill>
                  <a:srgbClr val="103D35"/>
                </a:solidFill>
                <a:latin typeface="Rubik"/>
                <a:ea typeface="Rubik"/>
                <a:cs typeface="Rubik"/>
              </a:defRPr>
            </a:lvl8pPr>
            <a:lvl9pPr algn="ctr">
              <a:defRPr sz="3150" b="1" i="0">
                <a:solidFill>
                  <a:srgbClr val="103D35"/>
                </a:solidFill>
                <a:latin typeface="Rubik"/>
                <a:ea typeface="Rubik"/>
                <a:cs typeface="Rubik"/>
              </a:defRPr>
            </a:lvl9pPr>
          </a:lstStyle>
          <a:p xmlns:a="http://schemas.openxmlformats.org/drawingml/2006/main">
            <a:pPr algn="ctr">
              <a:defRPr sz="3150" b="1" i="0">
                <a:solidFill>
                  <a:srgbClr val="103D35"/>
                </a:solidFill>
                <a:latin typeface="Rubik"/>
                <a:ea typeface="Rubik"/>
                <a:cs typeface="Rubik"/>
              </a:defRPr>
            </a:pPr>
            <a:r>
              <a:rPr sz="3150" b="1" i="0">
                <a:solidFill>
                  <a:srgbClr val="103D35"/>
                </a:solidFill>
                <a:latin typeface="Rubik"/>
                <a:ea typeface="Rubik"/>
                <a:cs typeface="Rubik"/>
              </a:rPr>
              <a:t>17,128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DA6677A-C35E-461F-89EE-E28A92236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292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20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defPPr>
            <a:lvl1pPr algn="ctr">
              <a:defRPr sz="120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1pPr>
            <a:lvl2pPr algn="ctr">
              <a:defRPr sz="120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2pPr>
            <a:lvl3pPr algn="ctr">
              <a:defRPr sz="120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3pPr>
            <a:lvl4pPr algn="ctr">
              <a:defRPr sz="120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4pPr>
            <a:lvl5pPr algn="ctr">
              <a:defRPr sz="120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5pPr>
            <a:lvl6pPr algn="ctr">
              <a:defRPr sz="120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6pPr>
            <a:lvl7pPr algn="ctr">
              <a:defRPr sz="120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7pPr>
            <a:lvl8pPr algn="ctr">
              <a:defRPr sz="120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8pPr>
            <a:lvl9pPr algn="ctr">
              <a:defRPr sz="120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ctr">
              <a:defRPr sz="120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pPr>
            <a:r>
              <a:rPr sz="1200" b="0" i="0">
                <a:solidFill>
                  <a:srgbClr val="5D6B66"/>
                </a:solidFill>
                <a:latin typeface="Noto Sans"/>
                <a:ea typeface="Noto Sans"/>
                <a:cs typeface="Noto Sans"/>
              </a:rPr>
              <a:t>candidate-specific prompts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D300BC7-65FC-4688-9105-5BD3FA40B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876800"/>
            <a:ext cx="2000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3150" b="1" i="0">
                <a:solidFill>
                  <a:srgbClr val="D13D77"/>
                </a:solidFill>
                <a:latin typeface="Rubik"/>
                <a:ea typeface="Rubik"/>
                <a:cs typeface="Rubik"/>
              </a:defRPr>
            </a:defPPr>
            <a:lvl1pPr algn="ctr">
              <a:defRPr sz="3150" b="1" i="0">
                <a:solidFill>
                  <a:srgbClr val="D13D77"/>
                </a:solidFill>
                <a:latin typeface="Rubik"/>
                <a:ea typeface="Rubik"/>
                <a:cs typeface="Rubik"/>
              </a:defRPr>
            </a:lvl1pPr>
            <a:lvl2pPr algn="ctr">
              <a:defRPr sz="3150" b="1" i="0">
                <a:solidFill>
                  <a:srgbClr val="D13D77"/>
                </a:solidFill>
                <a:latin typeface="Rubik"/>
                <a:ea typeface="Rubik"/>
                <a:cs typeface="Rubik"/>
              </a:defRPr>
            </a:lvl2pPr>
            <a:lvl3pPr algn="ctr">
              <a:defRPr sz="3150" b="1" i="0">
                <a:solidFill>
                  <a:srgbClr val="D13D77"/>
                </a:solidFill>
                <a:latin typeface="Rubik"/>
                <a:ea typeface="Rubik"/>
                <a:cs typeface="Rubik"/>
              </a:defRPr>
            </a:lvl3pPr>
            <a:lvl4pPr algn="ctr">
              <a:defRPr sz="3150" b="1" i="0">
                <a:solidFill>
                  <a:srgbClr val="D13D77"/>
                </a:solidFill>
                <a:latin typeface="Rubik"/>
                <a:ea typeface="Rubik"/>
                <a:cs typeface="Rubik"/>
              </a:defRPr>
            </a:lvl4pPr>
            <a:lvl5pPr algn="ctr">
              <a:defRPr sz="3150" b="1" i="0">
                <a:solidFill>
                  <a:srgbClr val="D13D77"/>
                </a:solidFill>
                <a:latin typeface="Rubik"/>
                <a:ea typeface="Rubik"/>
                <a:cs typeface="Rubik"/>
              </a:defRPr>
            </a:lvl5pPr>
            <a:lvl6pPr algn="ctr">
              <a:defRPr sz="3150" b="1" i="0">
                <a:solidFill>
                  <a:srgbClr val="D13D77"/>
                </a:solidFill>
                <a:latin typeface="Rubik"/>
                <a:ea typeface="Rubik"/>
                <a:cs typeface="Rubik"/>
              </a:defRPr>
            </a:lvl6pPr>
            <a:lvl7pPr algn="ctr">
              <a:defRPr sz="3150" b="1" i="0">
                <a:solidFill>
                  <a:srgbClr val="D13D77"/>
                </a:solidFill>
                <a:latin typeface="Rubik"/>
                <a:ea typeface="Rubik"/>
                <a:cs typeface="Rubik"/>
              </a:defRPr>
            </a:lvl7pPr>
            <a:lvl8pPr algn="ctr">
              <a:defRPr sz="3150" b="1" i="0">
                <a:solidFill>
                  <a:srgbClr val="D13D77"/>
                </a:solidFill>
                <a:latin typeface="Rubik"/>
                <a:ea typeface="Rubik"/>
                <a:cs typeface="Rubik"/>
              </a:defRPr>
            </a:lvl8pPr>
            <a:lvl9pPr algn="ctr">
              <a:defRPr sz="3150" b="1" i="0">
                <a:solidFill>
                  <a:srgbClr val="D13D77"/>
                </a:solidFill>
                <a:latin typeface="Rubik"/>
                <a:ea typeface="Rubik"/>
                <a:cs typeface="Rubik"/>
              </a:defRPr>
            </a:lvl9pPr>
          </a:lstStyle>
          <a:p xmlns:a="http://schemas.openxmlformats.org/drawingml/2006/main">
            <a:pPr algn="ctr">
              <a:defRPr sz="3150" b="1" i="0">
                <a:solidFill>
                  <a:srgbClr val="D13D77"/>
                </a:solidFill>
                <a:latin typeface="Rubik"/>
                <a:ea typeface="Rubik"/>
                <a:cs typeface="Rubik"/>
              </a:defRPr>
            </a:pPr>
            <a:r>
              <a:rPr sz="3150" b="1" i="0">
                <a:solidFill>
                  <a:srgbClr val="D13D77"/>
                </a:solidFill>
                <a:latin typeface="Rubik"/>
                <a:ea typeface="Rubik"/>
                <a:cs typeface="Rubik"/>
              </a:rPr>
              <a:t>17,128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18CEEF0-1F3A-4942-9CF2-6B3EAA2A5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429250"/>
            <a:ext cx="2686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20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defPPr>
            <a:lvl1pPr algn="ctr">
              <a:defRPr sz="120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1pPr>
            <a:lvl2pPr algn="ctr">
              <a:defRPr sz="120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2pPr>
            <a:lvl3pPr algn="ctr">
              <a:defRPr sz="120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3pPr>
            <a:lvl4pPr algn="ctr">
              <a:defRPr sz="120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4pPr>
            <a:lvl5pPr algn="ctr">
              <a:defRPr sz="120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5pPr>
            <a:lvl6pPr algn="ctr">
              <a:defRPr sz="120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6pPr>
            <a:lvl7pPr algn="ctr">
              <a:defRPr sz="120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7pPr>
            <a:lvl8pPr algn="ctr">
              <a:defRPr sz="120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8pPr>
            <a:lvl9pPr algn="ctr">
              <a:defRPr sz="120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ctr">
              <a:defRPr sz="120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pPr>
            <a:r>
              <a:rPr sz="1200" b="0" i="0">
                <a:solidFill>
                  <a:srgbClr val="5D6B66"/>
                </a:solidFill>
                <a:latin typeface="Noto Sans"/>
                <a:ea typeface="Noto Sans"/>
                <a:cs typeface="Noto Sans"/>
              </a:rPr>
              <a:t>baseline / enhanced decisions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76A1857-734A-4FAB-9F5E-C6E5C5468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876800"/>
            <a:ext cx="2000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3150" b="1" i="0">
                <a:solidFill>
                  <a:srgbClr val="E9873C"/>
                </a:solidFill>
                <a:latin typeface="Rubik"/>
                <a:ea typeface="Rubik"/>
                <a:cs typeface="Rubik"/>
              </a:defRPr>
            </a:defPPr>
            <a:lvl1pPr algn="ctr">
              <a:defRPr sz="3150" b="1" i="0">
                <a:solidFill>
                  <a:srgbClr val="E9873C"/>
                </a:solidFill>
                <a:latin typeface="Rubik"/>
                <a:ea typeface="Rubik"/>
                <a:cs typeface="Rubik"/>
              </a:defRPr>
            </a:lvl1pPr>
            <a:lvl2pPr algn="ctr">
              <a:defRPr sz="3150" b="1" i="0">
                <a:solidFill>
                  <a:srgbClr val="E9873C"/>
                </a:solidFill>
                <a:latin typeface="Rubik"/>
                <a:ea typeface="Rubik"/>
                <a:cs typeface="Rubik"/>
              </a:defRPr>
            </a:lvl2pPr>
            <a:lvl3pPr algn="ctr">
              <a:defRPr sz="3150" b="1" i="0">
                <a:solidFill>
                  <a:srgbClr val="E9873C"/>
                </a:solidFill>
                <a:latin typeface="Rubik"/>
                <a:ea typeface="Rubik"/>
                <a:cs typeface="Rubik"/>
              </a:defRPr>
            </a:lvl3pPr>
            <a:lvl4pPr algn="ctr">
              <a:defRPr sz="3150" b="1" i="0">
                <a:solidFill>
                  <a:srgbClr val="E9873C"/>
                </a:solidFill>
                <a:latin typeface="Rubik"/>
                <a:ea typeface="Rubik"/>
                <a:cs typeface="Rubik"/>
              </a:defRPr>
            </a:lvl4pPr>
            <a:lvl5pPr algn="ctr">
              <a:defRPr sz="3150" b="1" i="0">
                <a:solidFill>
                  <a:srgbClr val="E9873C"/>
                </a:solidFill>
                <a:latin typeface="Rubik"/>
                <a:ea typeface="Rubik"/>
                <a:cs typeface="Rubik"/>
              </a:defRPr>
            </a:lvl5pPr>
            <a:lvl6pPr algn="ctr">
              <a:defRPr sz="3150" b="1" i="0">
                <a:solidFill>
                  <a:srgbClr val="E9873C"/>
                </a:solidFill>
                <a:latin typeface="Rubik"/>
                <a:ea typeface="Rubik"/>
                <a:cs typeface="Rubik"/>
              </a:defRPr>
            </a:lvl6pPr>
            <a:lvl7pPr algn="ctr">
              <a:defRPr sz="3150" b="1" i="0">
                <a:solidFill>
                  <a:srgbClr val="E9873C"/>
                </a:solidFill>
                <a:latin typeface="Rubik"/>
                <a:ea typeface="Rubik"/>
                <a:cs typeface="Rubik"/>
              </a:defRPr>
            </a:lvl7pPr>
            <a:lvl8pPr algn="ctr">
              <a:defRPr sz="3150" b="1" i="0">
                <a:solidFill>
                  <a:srgbClr val="E9873C"/>
                </a:solidFill>
                <a:latin typeface="Rubik"/>
                <a:ea typeface="Rubik"/>
                <a:cs typeface="Rubik"/>
              </a:defRPr>
            </a:lvl8pPr>
            <a:lvl9pPr algn="ctr">
              <a:defRPr sz="3150" b="1" i="0">
                <a:solidFill>
                  <a:srgbClr val="E9873C"/>
                </a:solidFill>
                <a:latin typeface="Rubik"/>
                <a:ea typeface="Rubik"/>
                <a:cs typeface="Rubik"/>
              </a:defRPr>
            </a:lvl9pPr>
          </a:lstStyle>
          <a:p xmlns:a="http://schemas.openxmlformats.org/drawingml/2006/main">
            <a:pPr algn="ctr">
              <a:defRPr sz="3150" b="1" i="0">
                <a:solidFill>
                  <a:srgbClr val="E9873C"/>
                </a:solidFill>
                <a:latin typeface="Rubik"/>
                <a:ea typeface="Rubik"/>
                <a:cs typeface="Rubik"/>
              </a:defRPr>
            </a:pPr>
            <a:r>
              <a:rPr sz="3150" b="1" i="0">
                <a:solidFill>
                  <a:srgbClr val="E9873C"/>
                </a:solidFill>
                <a:latin typeface="Rubik"/>
                <a:ea typeface="Rubik"/>
                <a:cs typeface="Rubik"/>
              </a:rPr>
              <a:t>2 hours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6549D93-BB36-4ECA-97EE-C4FB6F842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4292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20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defPPr>
            <a:lvl1pPr algn="ctr">
              <a:defRPr sz="120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1pPr>
            <a:lvl2pPr algn="ctr">
              <a:defRPr sz="120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2pPr>
            <a:lvl3pPr algn="ctr">
              <a:defRPr sz="120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3pPr>
            <a:lvl4pPr algn="ctr">
              <a:defRPr sz="120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4pPr>
            <a:lvl5pPr algn="ctr">
              <a:defRPr sz="120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5pPr>
            <a:lvl6pPr algn="ctr">
              <a:defRPr sz="120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6pPr>
            <a:lvl7pPr algn="ctr">
              <a:defRPr sz="120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7pPr>
            <a:lvl8pPr algn="ctr">
              <a:defRPr sz="120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8pPr>
            <a:lvl9pPr algn="ctr">
              <a:defRPr sz="120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ctr">
              <a:defRPr sz="120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pPr>
            <a:r>
              <a:rPr sz="1200" b="0" i="0">
                <a:solidFill>
                  <a:srgbClr val="5D6B66"/>
                </a:solidFill>
                <a:latin typeface="Noto Sans"/>
                <a:ea typeface="Noto Sans"/>
                <a:cs typeface="Noto Sans"/>
              </a:rPr>
              <a:t>end-to-end benchmark</a:t>
            </a:r>
          </a:p>
        </p:txBody>
      </p:sp>
    </p:spTree>
    <p:extLst>
      <p:ext uri="{BB962C8B-B14F-4D97-AF65-F5344CB8AC3E}">
        <p14:creationId xmlns:p14="http://schemas.microsoft.com/office/powerpoint/2010/main" val="22979078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6F83A2-70E5-4649-B02B-0C2B2146009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a7d2bc6de34cc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8F11F1-3812-4926-A567-8998FB59A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579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r">
              <a:defRPr sz="750" b="1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defPPr>
            <a:lvl1pPr algn="r">
              <a:defRPr sz="750" b="1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1pPr>
            <a:lvl2pPr algn="r">
              <a:defRPr sz="750" b="1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2pPr>
            <a:lvl3pPr algn="r">
              <a:defRPr sz="750" b="1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3pPr>
            <a:lvl4pPr algn="r">
              <a:defRPr sz="750" b="1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4pPr>
            <a:lvl5pPr algn="r">
              <a:defRPr sz="750" b="1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5pPr>
            <a:lvl6pPr algn="r">
              <a:defRPr sz="750" b="1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6pPr>
            <a:lvl7pPr algn="r">
              <a:defRPr sz="750" b="1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7pPr>
            <a:lvl8pPr algn="r">
              <a:defRPr sz="750" b="1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8pPr>
            <a:lvl9pPr algn="r">
              <a:defRPr sz="750" b="1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r">
              <a:defRPr sz="750" b="1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pPr>
            <a:r>
              <a:rPr sz="750" b="1" i="0">
                <a:solidFill>
                  <a:srgbClr val="5D6B66"/>
                </a:solidFill>
                <a:latin typeface="Noto Sans"/>
                <a:ea typeface="Noto Sans"/>
                <a:cs typeface="Noto San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58405576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C6E6C30-4C5F-4F0E-9C8A-AD85958A1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47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255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defPPr>
            <a:lvl1pPr algn="l">
              <a:defRPr sz="255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1pPr>
            <a:lvl2pPr algn="l">
              <a:defRPr sz="255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2pPr>
            <a:lvl3pPr algn="l">
              <a:defRPr sz="255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3pPr>
            <a:lvl4pPr algn="l">
              <a:defRPr sz="255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4pPr>
            <a:lvl5pPr algn="l">
              <a:defRPr sz="255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5pPr>
            <a:lvl6pPr algn="l">
              <a:defRPr sz="255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6pPr>
            <a:lvl7pPr algn="l">
              <a:defRPr sz="255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7pPr>
            <a:lvl8pPr algn="l">
              <a:defRPr sz="255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8pPr>
            <a:lvl9pPr algn="l">
              <a:defRPr sz="255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9pPr>
          </a:lstStyle>
          <a:p xmlns:a="http://schemas.openxmlformats.org/drawingml/2006/main">
            <a:pPr algn="l">
              <a:defRPr sz="255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pPr>
            <a:r>
              <a:rPr sz="2550" b="1" i="0">
                <a:solidFill>
                  <a:srgbClr val="12211D"/>
                </a:solidFill>
                <a:latin typeface="Rubik"/>
                <a:ea typeface="Rubik"/>
                <a:cs typeface="Rubik"/>
              </a:rPr>
              <a:t>Two days produced a complete, testable system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810C7B-26DB-4853-A42B-411736699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62025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4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14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14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14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14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14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14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14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14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14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14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pPr>
            <a:r>
              <a:rPr sz="1425" b="0" i="0">
                <a:solidFill>
                  <a:srgbClr val="5D6B66"/>
                </a:solidFill>
                <a:latin typeface="Noto Sans"/>
                <a:ea typeface="Noto Sans"/>
                <a:cs typeface="Noto Sans"/>
              </a:rPr>
              <a:t>The project moved beyond a UI mockup into live model integration, scripted evaluation, and portable delivery.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933B60-0A26-4FDE-A5B6-E91A454F3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D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6934A0-9630-49A7-BB9B-E17AE9DA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67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67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67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67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67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67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67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67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67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67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67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pPr>
            <a:r>
              <a:rPr sz="675" b="0" i="0">
                <a:solidFill>
                  <a:srgbClr val="5D6B66"/>
                </a:solidFill>
                <a:latin typeface="Noto Sans"/>
                <a:ea typeface="Noto Sans"/>
                <a:cs typeface="Noto Sans"/>
              </a:rPr>
              <a:t>Source: repository history through f378abc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18D87A-E09D-4580-AC33-9CCCCE849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5151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r">
              <a:defRPr sz="825" b="1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defPPr>
            <a:lvl1pPr algn="r">
              <a:defRPr sz="825" b="1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1pPr>
            <a:lvl2pPr algn="r">
              <a:defRPr sz="825" b="1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2pPr>
            <a:lvl3pPr algn="r">
              <a:defRPr sz="825" b="1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3pPr>
            <a:lvl4pPr algn="r">
              <a:defRPr sz="825" b="1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4pPr>
            <a:lvl5pPr algn="r">
              <a:defRPr sz="825" b="1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5pPr>
            <a:lvl6pPr algn="r">
              <a:defRPr sz="825" b="1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6pPr>
            <a:lvl7pPr algn="r">
              <a:defRPr sz="825" b="1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7pPr>
            <a:lvl8pPr algn="r">
              <a:defRPr sz="825" b="1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8pPr>
            <a:lvl9pPr algn="r">
              <a:defRPr sz="825" b="1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r">
              <a:defRPr sz="825" b="1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pPr>
            <a:r>
              <a:rPr sz="825" b="1" i="0">
                <a:solidFill>
                  <a:srgbClr val="5D6B66"/>
                </a:solidFill>
                <a:latin typeface="Noto Sans"/>
                <a:ea typeface="Noto Sans"/>
                <a:cs typeface="Noto Sans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F34FE3-D82C-42D0-A7F2-D8D14C125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6210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425" b="1" i="0">
                <a:solidFill>
                  <a:srgbClr val="103D35"/>
                </a:solidFill>
                <a:latin typeface="Rubik"/>
                <a:ea typeface="Rubik"/>
                <a:cs typeface="Rubik"/>
              </a:defRPr>
            </a:defPPr>
            <a:lvl1pPr algn="l">
              <a:defRPr sz="1425" b="1" i="0">
                <a:solidFill>
                  <a:srgbClr val="103D35"/>
                </a:solidFill>
                <a:latin typeface="Rubik"/>
                <a:ea typeface="Rubik"/>
                <a:cs typeface="Rubik"/>
              </a:defRPr>
            </a:lvl1pPr>
            <a:lvl2pPr algn="l">
              <a:defRPr sz="1425" b="1" i="0">
                <a:solidFill>
                  <a:srgbClr val="103D35"/>
                </a:solidFill>
                <a:latin typeface="Rubik"/>
                <a:ea typeface="Rubik"/>
                <a:cs typeface="Rubik"/>
              </a:defRPr>
            </a:lvl2pPr>
            <a:lvl3pPr algn="l">
              <a:defRPr sz="1425" b="1" i="0">
                <a:solidFill>
                  <a:srgbClr val="103D35"/>
                </a:solidFill>
                <a:latin typeface="Rubik"/>
                <a:ea typeface="Rubik"/>
                <a:cs typeface="Rubik"/>
              </a:defRPr>
            </a:lvl3pPr>
            <a:lvl4pPr algn="l">
              <a:defRPr sz="1425" b="1" i="0">
                <a:solidFill>
                  <a:srgbClr val="103D35"/>
                </a:solidFill>
                <a:latin typeface="Rubik"/>
                <a:ea typeface="Rubik"/>
                <a:cs typeface="Rubik"/>
              </a:defRPr>
            </a:lvl4pPr>
            <a:lvl5pPr algn="l">
              <a:defRPr sz="1425" b="1" i="0">
                <a:solidFill>
                  <a:srgbClr val="103D35"/>
                </a:solidFill>
                <a:latin typeface="Rubik"/>
                <a:ea typeface="Rubik"/>
                <a:cs typeface="Rubik"/>
              </a:defRPr>
            </a:lvl5pPr>
            <a:lvl6pPr algn="l">
              <a:defRPr sz="1425" b="1" i="0">
                <a:solidFill>
                  <a:srgbClr val="103D35"/>
                </a:solidFill>
                <a:latin typeface="Rubik"/>
                <a:ea typeface="Rubik"/>
                <a:cs typeface="Rubik"/>
              </a:defRPr>
            </a:lvl6pPr>
            <a:lvl7pPr algn="l">
              <a:defRPr sz="1425" b="1" i="0">
                <a:solidFill>
                  <a:srgbClr val="103D35"/>
                </a:solidFill>
                <a:latin typeface="Rubik"/>
                <a:ea typeface="Rubik"/>
                <a:cs typeface="Rubik"/>
              </a:defRPr>
            </a:lvl7pPr>
            <a:lvl8pPr algn="l">
              <a:defRPr sz="1425" b="1" i="0">
                <a:solidFill>
                  <a:srgbClr val="103D35"/>
                </a:solidFill>
                <a:latin typeface="Rubik"/>
                <a:ea typeface="Rubik"/>
                <a:cs typeface="Rubik"/>
              </a:defRPr>
            </a:lvl8pPr>
            <a:lvl9pPr algn="l">
              <a:defRPr sz="1425" b="1" i="0">
                <a:solidFill>
                  <a:srgbClr val="103D35"/>
                </a:solidFill>
                <a:latin typeface="Rubik"/>
                <a:ea typeface="Rubik"/>
                <a:cs typeface="Rubik"/>
              </a:defRPr>
            </a:lvl9pPr>
          </a:lstStyle>
          <a:p xmlns:a="http://schemas.openxmlformats.org/drawingml/2006/main">
            <a:pPr algn="l">
              <a:defRPr sz="1425" b="1" i="0">
                <a:solidFill>
                  <a:srgbClr val="103D35"/>
                </a:solidFill>
                <a:latin typeface="Rubik"/>
                <a:ea typeface="Rubik"/>
                <a:cs typeface="Rubik"/>
              </a:defRPr>
            </a:pPr>
            <a:r>
              <a:rPr sz="1425" b="1" i="0">
                <a:solidFill>
                  <a:srgbClr val="103D35"/>
                </a:solidFill>
                <a:latin typeface="Rubik"/>
                <a:ea typeface="Rubik"/>
                <a:cs typeface="Rubik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219263-3FA2-44AF-882D-E3032B770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52400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725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defPPr>
            <a:lvl1pPr algn="l">
              <a:defRPr sz="1725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1pPr>
            <a:lvl2pPr algn="l">
              <a:defRPr sz="1725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2pPr>
            <a:lvl3pPr algn="l">
              <a:defRPr sz="1725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3pPr>
            <a:lvl4pPr algn="l">
              <a:defRPr sz="1725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4pPr>
            <a:lvl5pPr algn="l">
              <a:defRPr sz="1725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5pPr>
            <a:lvl6pPr algn="l">
              <a:defRPr sz="1725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6pPr>
            <a:lvl7pPr algn="l">
              <a:defRPr sz="1725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7pPr>
            <a:lvl8pPr algn="l">
              <a:defRPr sz="1725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8pPr>
            <a:lvl9pPr algn="l">
              <a:defRPr sz="1725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9pPr>
          </a:lstStyle>
          <a:p xmlns:a="http://schemas.openxmlformats.org/drawingml/2006/main">
            <a:pPr algn="l">
              <a:defRPr sz="1725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pPr>
            <a:r>
              <a:rPr sz="1725" b="1" i="0">
                <a:solidFill>
                  <a:srgbClr val="12211D"/>
                </a:solidFill>
                <a:latin typeface="Rubik"/>
                <a:ea typeface="Rubik"/>
                <a:cs typeface="Rubik"/>
              </a:rPr>
              <a:t>Prototype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DB5015-9268-4AC1-BA6E-55915935C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524000"/>
            <a:ext cx="514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pPr>
            <a:r>
              <a: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rPr>
              <a:t>Clinician case entry and review UI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96E032-5B1A-4CE2-A113-569E5DB50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24050"/>
            <a:ext cx="9525" cy="571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DD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D9D5E3-96A2-4206-B667-C496D35B8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5270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425" b="1" i="0">
                <a:solidFill>
                  <a:srgbClr val="D13D77"/>
                </a:solidFill>
                <a:latin typeface="Rubik"/>
                <a:ea typeface="Rubik"/>
                <a:cs typeface="Rubik"/>
              </a:defRPr>
            </a:defPPr>
            <a:lvl1pPr algn="l">
              <a:defRPr sz="1425" b="1" i="0">
                <a:solidFill>
                  <a:srgbClr val="D13D77"/>
                </a:solidFill>
                <a:latin typeface="Rubik"/>
                <a:ea typeface="Rubik"/>
                <a:cs typeface="Rubik"/>
              </a:defRPr>
            </a:lvl1pPr>
            <a:lvl2pPr algn="l">
              <a:defRPr sz="1425" b="1" i="0">
                <a:solidFill>
                  <a:srgbClr val="D13D77"/>
                </a:solidFill>
                <a:latin typeface="Rubik"/>
                <a:ea typeface="Rubik"/>
                <a:cs typeface="Rubik"/>
              </a:defRPr>
            </a:lvl2pPr>
            <a:lvl3pPr algn="l">
              <a:defRPr sz="1425" b="1" i="0">
                <a:solidFill>
                  <a:srgbClr val="D13D77"/>
                </a:solidFill>
                <a:latin typeface="Rubik"/>
                <a:ea typeface="Rubik"/>
                <a:cs typeface="Rubik"/>
              </a:defRPr>
            </a:lvl3pPr>
            <a:lvl4pPr algn="l">
              <a:defRPr sz="1425" b="1" i="0">
                <a:solidFill>
                  <a:srgbClr val="D13D77"/>
                </a:solidFill>
                <a:latin typeface="Rubik"/>
                <a:ea typeface="Rubik"/>
                <a:cs typeface="Rubik"/>
              </a:defRPr>
            </a:lvl4pPr>
            <a:lvl5pPr algn="l">
              <a:defRPr sz="1425" b="1" i="0">
                <a:solidFill>
                  <a:srgbClr val="D13D77"/>
                </a:solidFill>
                <a:latin typeface="Rubik"/>
                <a:ea typeface="Rubik"/>
                <a:cs typeface="Rubik"/>
              </a:defRPr>
            </a:lvl5pPr>
            <a:lvl6pPr algn="l">
              <a:defRPr sz="1425" b="1" i="0">
                <a:solidFill>
                  <a:srgbClr val="D13D77"/>
                </a:solidFill>
                <a:latin typeface="Rubik"/>
                <a:ea typeface="Rubik"/>
                <a:cs typeface="Rubik"/>
              </a:defRPr>
            </a:lvl6pPr>
            <a:lvl7pPr algn="l">
              <a:defRPr sz="1425" b="1" i="0">
                <a:solidFill>
                  <a:srgbClr val="D13D77"/>
                </a:solidFill>
                <a:latin typeface="Rubik"/>
                <a:ea typeface="Rubik"/>
                <a:cs typeface="Rubik"/>
              </a:defRPr>
            </a:lvl7pPr>
            <a:lvl8pPr algn="l">
              <a:defRPr sz="1425" b="1" i="0">
                <a:solidFill>
                  <a:srgbClr val="D13D77"/>
                </a:solidFill>
                <a:latin typeface="Rubik"/>
                <a:ea typeface="Rubik"/>
                <a:cs typeface="Rubik"/>
              </a:defRPr>
            </a:lvl8pPr>
            <a:lvl9pPr algn="l">
              <a:defRPr sz="1425" b="1" i="0">
                <a:solidFill>
                  <a:srgbClr val="D13D77"/>
                </a:solidFill>
                <a:latin typeface="Rubik"/>
                <a:ea typeface="Rubik"/>
                <a:cs typeface="Rubik"/>
              </a:defRPr>
            </a:lvl9pPr>
          </a:lstStyle>
          <a:p xmlns:a="http://schemas.openxmlformats.org/drawingml/2006/main">
            <a:pPr algn="l">
              <a:defRPr sz="1425" b="1" i="0">
                <a:solidFill>
                  <a:srgbClr val="D13D77"/>
                </a:solidFill>
                <a:latin typeface="Rubik"/>
                <a:ea typeface="Rubik"/>
                <a:cs typeface="Rubik"/>
              </a:defRPr>
            </a:pPr>
            <a:r>
              <a:rPr sz="1425" b="1" i="0">
                <a:solidFill>
                  <a:srgbClr val="D13D77"/>
                </a:solidFill>
                <a:latin typeface="Rubik"/>
                <a:ea typeface="Rubik"/>
                <a:cs typeface="Rubik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856F82-EB01-40C1-89C3-617343734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51460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725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defPPr>
            <a:lvl1pPr algn="l">
              <a:defRPr sz="1725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1pPr>
            <a:lvl2pPr algn="l">
              <a:defRPr sz="1725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2pPr>
            <a:lvl3pPr algn="l">
              <a:defRPr sz="1725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3pPr>
            <a:lvl4pPr algn="l">
              <a:defRPr sz="1725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4pPr>
            <a:lvl5pPr algn="l">
              <a:defRPr sz="1725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5pPr>
            <a:lvl6pPr algn="l">
              <a:defRPr sz="1725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6pPr>
            <a:lvl7pPr algn="l">
              <a:defRPr sz="1725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7pPr>
            <a:lvl8pPr algn="l">
              <a:defRPr sz="1725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8pPr>
            <a:lvl9pPr algn="l">
              <a:defRPr sz="1725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9pPr>
          </a:lstStyle>
          <a:p xmlns:a="http://schemas.openxmlformats.org/drawingml/2006/main">
            <a:pPr algn="l">
              <a:defRPr sz="1725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pPr>
            <a:r>
              <a:rPr sz="1725" b="1" i="0">
                <a:solidFill>
                  <a:srgbClr val="12211D"/>
                </a:solidFill>
                <a:latin typeface="Rubik"/>
                <a:ea typeface="Rubik"/>
                <a:cs typeface="Rubik"/>
              </a:rPr>
              <a:t>Integration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5FB7C3-F997-4480-BC81-466D32440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514600"/>
            <a:ext cx="514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pPr>
            <a:r>
              <a: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rPr>
              <a:t>MUSK, CONCH, QuiltNet, PLIP, and Lumen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BBF280-CD4F-4509-80CA-00C7B3A57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14650"/>
            <a:ext cx="9525" cy="571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DD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FFA693-52CB-43BC-B728-3F7F0698C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4330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425" b="1" i="0">
                <a:solidFill>
                  <a:srgbClr val="E9873C"/>
                </a:solidFill>
                <a:latin typeface="Rubik"/>
                <a:ea typeface="Rubik"/>
                <a:cs typeface="Rubik"/>
              </a:defRPr>
            </a:defPPr>
            <a:lvl1pPr algn="l">
              <a:defRPr sz="1425" b="1" i="0">
                <a:solidFill>
                  <a:srgbClr val="E9873C"/>
                </a:solidFill>
                <a:latin typeface="Rubik"/>
                <a:ea typeface="Rubik"/>
                <a:cs typeface="Rubik"/>
              </a:defRPr>
            </a:lvl1pPr>
            <a:lvl2pPr algn="l">
              <a:defRPr sz="1425" b="1" i="0">
                <a:solidFill>
                  <a:srgbClr val="E9873C"/>
                </a:solidFill>
                <a:latin typeface="Rubik"/>
                <a:ea typeface="Rubik"/>
                <a:cs typeface="Rubik"/>
              </a:defRPr>
            </a:lvl2pPr>
            <a:lvl3pPr algn="l">
              <a:defRPr sz="1425" b="1" i="0">
                <a:solidFill>
                  <a:srgbClr val="E9873C"/>
                </a:solidFill>
                <a:latin typeface="Rubik"/>
                <a:ea typeface="Rubik"/>
                <a:cs typeface="Rubik"/>
              </a:defRPr>
            </a:lvl3pPr>
            <a:lvl4pPr algn="l">
              <a:defRPr sz="1425" b="1" i="0">
                <a:solidFill>
                  <a:srgbClr val="E9873C"/>
                </a:solidFill>
                <a:latin typeface="Rubik"/>
                <a:ea typeface="Rubik"/>
                <a:cs typeface="Rubik"/>
              </a:defRPr>
            </a:lvl4pPr>
            <a:lvl5pPr algn="l">
              <a:defRPr sz="1425" b="1" i="0">
                <a:solidFill>
                  <a:srgbClr val="E9873C"/>
                </a:solidFill>
                <a:latin typeface="Rubik"/>
                <a:ea typeface="Rubik"/>
                <a:cs typeface="Rubik"/>
              </a:defRPr>
            </a:lvl5pPr>
            <a:lvl6pPr algn="l">
              <a:defRPr sz="1425" b="1" i="0">
                <a:solidFill>
                  <a:srgbClr val="E9873C"/>
                </a:solidFill>
                <a:latin typeface="Rubik"/>
                <a:ea typeface="Rubik"/>
                <a:cs typeface="Rubik"/>
              </a:defRPr>
            </a:lvl6pPr>
            <a:lvl7pPr algn="l">
              <a:defRPr sz="1425" b="1" i="0">
                <a:solidFill>
                  <a:srgbClr val="E9873C"/>
                </a:solidFill>
                <a:latin typeface="Rubik"/>
                <a:ea typeface="Rubik"/>
                <a:cs typeface="Rubik"/>
              </a:defRPr>
            </a:lvl7pPr>
            <a:lvl8pPr algn="l">
              <a:defRPr sz="1425" b="1" i="0">
                <a:solidFill>
                  <a:srgbClr val="E9873C"/>
                </a:solidFill>
                <a:latin typeface="Rubik"/>
                <a:ea typeface="Rubik"/>
                <a:cs typeface="Rubik"/>
              </a:defRPr>
            </a:lvl8pPr>
            <a:lvl9pPr algn="l">
              <a:defRPr sz="1425" b="1" i="0">
                <a:solidFill>
                  <a:srgbClr val="E9873C"/>
                </a:solidFill>
                <a:latin typeface="Rubik"/>
                <a:ea typeface="Rubik"/>
                <a:cs typeface="Rubik"/>
              </a:defRPr>
            </a:lvl9pPr>
          </a:lstStyle>
          <a:p xmlns:a="http://schemas.openxmlformats.org/drawingml/2006/main">
            <a:pPr algn="l">
              <a:defRPr sz="1425" b="1" i="0">
                <a:solidFill>
                  <a:srgbClr val="E9873C"/>
                </a:solidFill>
                <a:latin typeface="Rubik"/>
                <a:ea typeface="Rubik"/>
                <a:cs typeface="Rubik"/>
              </a:defRPr>
            </a:pPr>
            <a:r>
              <a:rPr sz="1425" b="1" i="0">
                <a:solidFill>
                  <a:srgbClr val="E9873C"/>
                </a:solidFill>
                <a:latin typeface="Rubik"/>
                <a:ea typeface="Rubik"/>
                <a:cs typeface="Rubik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0F131B-869E-4CCD-913A-AEFA4DA56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50520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725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defPPr>
            <a:lvl1pPr algn="l">
              <a:defRPr sz="1725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1pPr>
            <a:lvl2pPr algn="l">
              <a:defRPr sz="1725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2pPr>
            <a:lvl3pPr algn="l">
              <a:defRPr sz="1725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3pPr>
            <a:lvl4pPr algn="l">
              <a:defRPr sz="1725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4pPr>
            <a:lvl5pPr algn="l">
              <a:defRPr sz="1725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5pPr>
            <a:lvl6pPr algn="l">
              <a:defRPr sz="1725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6pPr>
            <a:lvl7pPr algn="l">
              <a:defRPr sz="1725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7pPr>
            <a:lvl8pPr algn="l">
              <a:defRPr sz="1725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8pPr>
            <a:lvl9pPr algn="l">
              <a:defRPr sz="1725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9pPr>
          </a:lstStyle>
          <a:p xmlns:a="http://schemas.openxmlformats.org/drawingml/2006/main">
            <a:pPr algn="l">
              <a:defRPr sz="1725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pPr>
            <a:r>
              <a:rPr sz="1725" b="1" i="0">
                <a:solidFill>
                  <a:srgbClr val="12211D"/>
                </a:solidFill>
                <a:latin typeface="Rubik"/>
                <a:ea typeface="Rubik"/>
                <a:cs typeface="Rubik"/>
              </a:rPr>
              <a:t>Evaluation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08C287-66EB-4290-9DC6-9B01F8FE0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505200"/>
            <a:ext cx="514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pPr>
            <a:r>
              <a: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rPr>
              <a:t>Small screens, held-out tuning, and full PathGen workflow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061E97-A145-4EDE-9661-E94A46B59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05250"/>
            <a:ext cx="9525" cy="571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D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8816C2-9BBF-40EC-9EB9-4747978E7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3390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425" b="1" i="0">
                <a:solidFill>
                  <a:srgbClr val="6A3F78"/>
                </a:solidFill>
                <a:latin typeface="Rubik"/>
                <a:ea typeface="Rubik"/>
                <a:cs typeface="Rubik"/>
              </a:defRPr>
            </a:defPPr>
            <a:lvl1pPr algn="l">
              <a:defRPr sz="1425" b="1" i="0">
                <a:solidFill>
                  <a:srgbClr val="6A3F78"/>
                </a:solidFill>
                <a:latin typeface="Rubik"/>
                <a:ea typeface="Rubik"/>
                <a:cs typeface="Rubik"/>
              </a:defRPr>
            </a:lvl1pPr>
            <a:lvl2pPr algn="l">
              <a:defRPr sz="1425" b="1" i="0">
                <a:solidFill>
                  <a:srgbClr val="6A3F78"/>
                </a:solidFill>
                <a:latin typeface="Rubik"/>
                <a:ea typeface="Rubik"/>
                <a:cs typeface="Rubik"/>
              </a:defRPr>
            </a:lvl2pPr>
            <a:lvl3pPr algn="l">
              <a:defRPr sz="1425" b="1" i="0">
                <a:solidFill>
                  <a:srgbClr val="6A3F78"/>
                </a:solidFill>
                <a:latin typeface="Rubik"/>
                <a:ea typeface="Rubik"/>
                <a:cs typeface="Rubik"/>
              </a:defRPr>
            </a:lvl3pPr>
            <a:lvl4pPr algn="l">
              <a:defRPr sz="1425" b="1" i="0">
                <a:solidFill>
                  <a:srgbClr val="6A3F78"/>
                </a:solidFill>
                <a:latin typeface="Rubik"/>
                <a:ea typeface="Rubik"/>
                <a:cs typeface="Rubik"/>
              </a:defRPr>
            </a:lvl4pPr>
            <a:lvl5pPr algn="l">
              <a:defRPr sz="1425" b="1" i="0">
                <a:solidFill>
                  <a:srgbClr val="6A3F78"/>
                </a:solidFill>
                <a:latin typeface="Rubik"/>
                <a:ea typeface="Rubik"/>
                <a:cs typeface="Rubik"/>
              </a:defRPr>
            </a:lvl5pPr>
            <a:lvl6pPr algn="l">
              <a:defRPr sz="1425" b="1" i="0">
                <a:solidFill>
                  <a:srgbClr val="6A3F78"/>
                </a:solidFill>
                <a:latin typeface="Rubik"/>
                <a:ea typeface="Rubik"/>
                <a:cs typeface="Rubik"/>
              </a:defRPr>
            </a:lvl6pPr>
            <a:lvl7pPr algn="l">
              <a:defRPr sz="1425" b="1" i="0">
                <a:solidFill>
                  <a:srgbClr val="6A3F78"/>
                </a:solidFill>
                <a:latin typeface="Rubik"/>
                <a:ea typeface="Rubik"/>
                <a:cs typeface="Rubik"/>
              </a:defRPr>
            </a:lvl7pPr>
            <a:lvl8pPr algn="l">
              <a:defRPr sz="1425" b="1" i="0">
                <a:solidFill>
                  <a:srgbClr val="6A3F78"/>
                </a:solidFill>
                <a:latin typeface="Rubik"/>
                <a:ea typeface="Rubik"/>
                <a:cs typeface="Rubik"/>
              </a:defRPr>
            </a:lvl8pPr>
            <a:lvl9pPr algn="l">
              <a:defRPr sz="1425" b="1" i="0">
                <a:solidFill>
                  <a:srgbClr val="6A3F78"/>
                </a:solidFill>
                <a:latin typeface="Rubik"/>
                <a:ea typeface="Rubik"/>
                <a:cs typeface="Rubik"/>
              </a:defRPr>
            </a:lvl9pPr>
          </a:lstStyle>
          <a:p xmlns:a="http://schemas.openxmlformats.org/drawingml/2006/main">
            <a:pPr algn="l">
              <a:defRPr sz="1425" b="1" i="0">
                <a:solidFill>
                  <a:srgbClr val="6A3F78"/>
                </a:solidFill>
                <a:latin typeface="Rubik"/>
                <a:ea typeface="Rubik"/>
                <a:cs typeface="Rubik"/>
              </a:defRPr>
            </a:pPr>
            <a:r>
              <a:rPr sz="1425" b="1" i="0">
                <a:solidFill>
                  <a:srgbClr val="6A3F78"/>
                </a:solidFill>
                <a:latin typeface="Rubik"/>
                <a:ea typeface="Rubik"/>
                <a:cs typeface="Rubik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C80CB5-0484-4944-8314-9C4203F9D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49580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725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defPPr>
            <a:lvl1pPr algn="l">
              <a:defRPr sz="1725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1pPr>
            <a:lvl2pPr algn="l">
              <a:defRPr sz="1725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2pPr>
            <a:lvl3pPr algn="l">
              <a:defRPr sz="1725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3pPr>
            <a:lvl4pPr algn="l">
              <a:defRPr sz="1725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4pPr>
            <a:lvl5pPr algn="l">
              <a:defRPr sz="1725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5pPr>
            <a:lvl6pPr algn="l">
              <a:defRPr sz="1725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6pPr>
            <a:lvl7pPr algn="l">
              <a:defRPr sz="1725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7pPr>
            <a:lvl8pPr algn="l">
              <a:defRPr sz="1725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8pPr>
            <a:lvl9pPr algn="l">
              <a:defRPr sz="1725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9pPr>
          </a:lstStyle>
          <a:p xmlns:a="http://schemas.openxmlformats.org/drawingml/2006/main">
            <a:pPr algn="l">
              <a:defRPr sz="1725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pPr>
            <a:r>
              <a:rPr sz="1725" b="1" i="0">
                <a:solidFill>
                  <a:srgbClr val="12211D"/>
                </a:solidFill>
                <a:latin typeface="Rubik"/>
                <a:ea typeface="Rubik"/>
                <a:cs typeface="Rubik"/>
              </a:rPr>
              <a:t>Reproduction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CF591D-574D-481B-BDDB-2D24F43E4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495800"/>
            <a:ext cx="514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pPr>
            <a:r>
              <a: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rPr>
              <a:t>Checksums, resumable runs, saved replay, and reports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530563-D5E7-4AFC-9DD4-CCB9651D6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524000"/>
            <a:ext cx="1962150" cy="3695700"/>
          </a:xfrm>
          <a:prstGeom xmlns:a="http://schemas.openxmlformats.org/drawingml/2006/main" prst="roundRect">
            <a:avLst>
              <a:gd name="adj" fmla="val 10680"/>
            </a:avLst>
          </a:prstGeom>
          <a:solidFill xmlns:a="http://schemas.openxmlformats.org/drawingml/2006/main">
            <a:srgbClr val="103D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D6C170-C1FC-44F5-BC1D-D9DDDB250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1752600"/>
            <a:ext cx="142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3000" b="1" i="0">
                <a:solidFill>
                  <a:srgbClr val="FFFFFF"/>
                </a:solidFill>
                <a:latin typeface="Rubik"/>
                <a:ea typeface="Rubik"/>
                <a:cs typeface="Rubik"/>
              </a:defRPr>
            </a:defPPr>
            <a:lvl1pPr algn="ctr">
              <a:defRPr sz="3000" b="1" i="0">
                <a:solidFill>
                  <a:srgbClr val="FFFFFF"/>
                </a:solidFill>
                <a:latin typeface="Rubik"/>
                <a:ea typeface="Rubik"/>
                <a:cs typeface="Rubik"/>
              </a:defRPr>
            </a:lvl1pPr>
            <a:lvl2pPr algn="ctr">
              <a:defRPr sz="3000" b="1" i="0">
                <a:solidFill>
                  <a:srgbClr val="FFFFFF"/>
                </a:solidFill>
                <a:latin typeface="Rubik"/>
                <a:ea typeface="Rubik"/>
                <a:cs typeface="Rubik"/>
              </a:defRPr>
            </a:lvl2pPr>
            <a:lvl3pPr algn="ctr">
              <a:defRPr sz="3000" b="1" i="0">
                <a:solidFill>
                  <a:srgbClr val="FFFFFF"/>
                </a:solidFill>
                <a:latin typeface="Rubik"/>
                <a:ea typeface="Rubik"/>
                <a:cs typeface="Rubik"/>
              </a:defRPr>
            </a:lvl3pPr>
            <a:lvl4pPr algn="ctr">
              <a:defRPr sz="3000" b="1" i="0">
                <a:solidFill>
                  <a:srgbClr val="FFFFFF"/>
                </a:solidFill>
                <a:latin typeface="Rubik"/>
                <a:ea typeface="Rubik"/>
                <a:cs typeface="Rubik"/>
              </a:defRPr>
            </a:lvl4pPr>
            <a:lvl5pPr algn="ctr">
              <a:defRPr sz="3000" b="1" i="0">
                <a:solidFill>
                  <a:srgbClr val="FFFFFF"/>
                </a:solidFill>
                <a:latin typeface="Rubik"/>
                <a:ea typeface="Rubik"/>
                <a:cs typeface="Rubik"/>
              </a:defRPr>
            </a:lvl5pPr>
            <a:lvl6pPr algn="ctr">
              <a:defRPr sz="3000" b="1" i="0">
                <a:solidFill>
                  <a:srgbClr val="FFFFFF"/>
                </a:solidFill>
                <a:latin typeface="Rubik"/>
                <a:ea typeface="Rubik"/>
                <a:cs typeface="Rubik"/>
              </a:defRPr>
            </a:lvl6pPr>
            <a:lvl7pPr algn="ctr">
              <a:defRPr sz="3000" b="1" i="0">
                <a:solidFill>
                  <a:srgbClr val="FFFFFF"/>
                </a:solidFill>
                <a:latin typeface="Rubik"/>
                <a:ea typeface="Rubik"/>
                <a:cs typeface="Rubik"/>
              </a:defRPr>
            </a:lvl7pPr>
            <a:lvl8pPr algn="ctr">
              <a:defRPr sz="3000" b="1" i="0">
                <a:solidFill>
                  <a:srgbClr val="FFFFFF"/>
                </a:solidFill>
                <a:latin typeface="Rubik"/>
                <a:ea typeface="Rubik"/>
                <a:cs typeface="Rubik"/>
              </a:defRPr>
            </a:lvl8pPr>
            <a:lvl9pPr algn="ctr">
              <a:defRPr sz="3000" b="1" i="0">
                <a:solidFill>
                  <a:srgbClr val="FFFFFF"/>
                </a:solidFill>
                <a:latin typeface="Rubik"/>
                <a:ea typeface="Rubik"/>
                <a:cs typeface="Rubik"/>
              </a:defRPr>
            </a:lvl9pPr>
          </a:lstStyle>
          <a:p xmlns:a="http://schemas.openxmlformats.org/drawingml/2006/main">
            <a:pPr algn="ctr">
              <a:defRPr sz="3000" b="1" i="0">
                <a:solidFill>
                  <a:srgbClr val="FFFFFF"/>
                </a:solidFill>
                <a:latin typeface="Rubik"/>
                <a:ea typeface="Rubik"/>
                <a:cs typeface="Rubik"/>
              </a:defRPr>
            </a:pPr>
            <a:r>
              <a:rPr sz="3000" b="1" i="0">
                <a:solidFill>
                  <a:srgbClr val="FFFFFF"/>
                </a:solidFill>
                <a:latin typeface="Rubik"/>
                <a:ea typeface="Rubik"/>
                <a:cs typeface="Rubik"/>
              </a:rPr>
              <a:t>30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9355C61-E50F-4FD5-BD84-643221402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2669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200" b="0" i="0">
                <a:solidFill>
                  <a:srgbClr val="D8E9E3"/>
                </a:solidFill>
                <a:latin typeface="Noto Sans"/>
                <a:ea typeface="Noto Sans"/>
                <a:cs typeface="Noto Sans"/>
              </a:defRPr>
            </a:defPPr>
            <a:lvl1pPr algn="ctr">
              <a:defRPr sz="1200" b="0" i="0">
                <a:solidFill>
                  <a:srgbClr val="D8E9E3"/>
                </a:solidFill>
                <a:latin typeface="Noto Sans"/>
                <a:ea typeface="Noto Sans"/>
                <a:cs typeface="Noto Sans"/>
              </a:defRPr>
            </a:lvl1pPr>
            <a:lvl2pPr algn="ctr">
              <a:defRPr sz="1200" b="0" i="0">
                <a:solidFill>
                  <a:srgbClr val="D8E9E3"/>
                </a:solidFill>
                <a:latin typeface="Noto Sans"/>
                <a:ea typeface="Noto Sans"/>
                <a:cs typeface="Noto Sans"/>
              </a:defRPr>
            </a:lvl2pPr>
            <a:lvl3pPr algn="ctr">
              <a:defRPr sz="1200" b="0" i="0">
                <a:solidFill>
                  <a:srgbClr val="D8E9E3"/>
                </a:solidFill>
                <a:latin typeface="Noto Sans"/>
                <a:ea typeface="Noto Sans"/>
                <a:cs typeface="Noto Sans"/>
              </a:defRPr>
            </a:lvl3pPr>
            <a:lvl4pPr algn="ctr">
              <a:defRPr sz="1200" b="0" i="0">
                <a:solidFill>
                  <a:srgbClr val="D8E9E3"/>
                </a:solidFill>
                <a:latin typeface="Noto Sans"/>
                <a:ea typeface="Noto Sans"/>
                <a:cs typeface="Noto Sans"/>
              </a:defRPr>
            </a:lvl4pPr>
            <a:lvl5pPr algn="ctr">
              <a:defRPr sz="1200" b="0" i="0">
                <a:solidFill>
                  <a:srgbClr val="D8E9E3"/>
                </a:solidFill>
                <a:latin typeface="Noto Sans"/>
                <a:ea typeface="Noto Sans"/>
                <a:cs typeface="Noto Sans"/>
              </a:defRPr>
            </a:lvl5pPr>
            <a:lvl6pPr algn="ctr">
              <a:defRPr sz="1200" b="0" i="0">
                <a:solidFill>
                  <a:srgbClr val="D8E9E3"/>
                </a:solidFill>
                <a:latin typeface="Noto Sans"/>
                <a:ea typeface="Noto Sans"/>
                <a:cs typeface="Noto Sans"/>
              </a:defRPr>
            </a:lvl6pPr>
            <a:lvl7pPr algn="ctr">
              <a:defRPr sz="1200" b="0" i="0">
                <a:solidFill>
                  <a:srgbClr val="D8E9E3"/>
                </a:solidFill>
                <a:latin typeface="Noto Sans"/>
                <a:ea typeface="Noto Sans"/>
                <a:cs typeface="Noto Sans"/>
              </a:defRPr>
            </a:lvl7pPr>
            <a:lvl8pPr algn="ctr">
              <a:defRPr sz="1200" b="0" i="0">
                <a:solidFill>
                  <a:srgbClr val="D8E9E3"/>
                </a:solidFill>
                <a:latin typeface="Noto Sans"/>
                <a:ea typeface="Noto Sans"/>
                <a:cs typeface="Noto Sans"/>
              </a:defRPr>
            </a:lvl8pPr>
            <a:lvl9pPr algn="ctr">
              <a:defRPr sz="1200" b="0" i="0">
                <a:solidFill>
                  <a:srgbClr val="D8E9E3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ctr">
              <a:defRPr sz="1200" b="0" i="0">
                <a:solidFill>
                  <a:srgbClr val="D8E9E3"/>
                </a:solidFill>
                <a:latin typeface="Noto Sans"/>
                <a:ea typeface="Noto Sans"/>
                <a:cs typeface="Noto Sans"/>
              </a:defRPr>
            </a:pPr>
            <a:r>
              <a:rPr sz="1200" b="0" i="0">
                <a:solidFill>
                  <a:srgbClr val="D8E9E3"/>
                </a:solidFill>
                <a:latin typeface="Noto Sans"/>
                <a:ea typeface="Noto Sans"/>
                <a:cs typeface="Noto Sans"/>
              </a:rPr>
              <a:t>commits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42FDBA8-5297-4FE4-9258-063ECB052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686050"/>
            <a:ext cx="13525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F665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C0BF1BA-7DDB-4B3C-9874-5A107D3D4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933700"/>
            <a:ext cx="142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3000" b="1" i="0">
                <a:solidFill>
                  <a:srgbClr val="F2C96B"/>
                </a:solidFill>
                <a:latin typeface="Rubik"/>
                <a:ea typeface="Rubik"/>
                <a:cs typeface="Rubik"/>
              </a:defRPr>
            </a:defPPr>
            <a:lvl1pPr algn="ctr">
              <a:defRPr sz="3000" b="1" i="0">
                <a:solidFill>
                  <a:srgbClr val="F2C96B"/>
                </a:solidFill>
                <a:latin typeface="Rubik"/>
                <a:ea typeface="Rubik"/>
                <a:cs typeface="Rubik"/>
              </a:defRPr>
            </a:lvl1pPr>
            <a:lvl2pPr algn="ctr">
              <a:defRPr sz="3000" b="1" i="0">
                <a:solidFill>
                  <a:srgbClr val="F2C96B"/>
                </a:solidFill>
                <a:latin typeface="Rubik"/>
                <a:ea typeface="Rubik"/>
                <a:cs typeface="Rubik"/>
              </a:defRPr>
            </a:lvl2pPr>
            <a:lvl3pPr algn="ctr">
              <a:defRPr sz="3000" b="1" i="0">
                <a:solidFill>
                  <a:srgbClr val="F2C96B"/>
                </a:solidFill>
                <a:latin typeface="Rubik"/>
                <a:ea typeface="Rubik"/>
                <a:cs typeface="Rubik"/>
              </a:defRPr>
            </a:lvl3pPr>
            <a:lvl4pPr algn="ctr">
              <a:defRPr sz="3000" b="1" i="0">
                <a:solidFill>
                  <a:srgbClr val="F2C96B"/>
                </a:solidFill>
                <a:latin typeface="Rubik"/>
                <a:ea typeface="Rubik"/>
                <a:cs typeface="Rubik"/>
              </a:defRPr>
            </a:lvl4pPr>
            <a:lvl5pPr algn="ctr">
              <a:defRPr sz="3000" b="1" i="0">
                <a:solidFill>
                  <a:srgbClr val="F2C96B"/>
                </a:solidFill>
                <a:latin typeface="Rubik"/>
                <a:ea typeface="Rubik"/>
                <a:cs typeface="Rubik"/>
              </a:defRPr>
            </a:lvl5pPr>
            <a:lvl6pPr algn="ctr">
              <a:defRPr sz="3000" b="1" i="0">
                <a:solidFill>
                  <a:srgbClr val="F2C96B"/>
                </a:solidFill>
                <a:latin typeface="Rubik"/>
                <a:ea typeface="Rubik"/>
                <a:cs typeface="Rubik"/>
              </a:defRPr>
            </a:lvl6pPr>
            <a:lvl7pPr algn="ctr">
              <a:defRPr sz="3000" b="1" i="0">
                <a:solidFill>
                  <a:srgbClr val="F2C96B"/>
                </a:solidFill>
                <a:latin typeface="Rubik"/>
                <a:ea typeface="Rubik"/>
                <a:cs typeface="Rubik"/>
              </a:defRPr>
            </a:lvl7pPr>
            <a:lvl8pPr algn="ctr">
              <a:defRPr sz="3000" b="1" i="0">
                <a:solidFill>
                  <a:srgbClr val="F2C96B"/>
                </a:solidFill>
                <a:latin typeface="Rubik"/>
                <a:ea typeface="Rubik"/>
                <a:cs typeface="Rubik"/>
              </a:defRPr>
            </a:lvl8pPr>
            <a:lvl9pPr algn="ctr">
              <a:defRPr sz="3000" b="1" i="0">
                <a:solidFill>
                  <a:srgbClr val="F2C96B"/>
                </a:solidFill>
                <a:latin typeface="Rubik"/>
                <a:ea typeface="Rubik"/>
                <a:cs typeface="Rubik"/>
              </a:defRPr>
            </a:lvl9pPr>
          </a:lstStyle>
          <a:p xmlns:a="http://schemas.openxmlformats.org/drawingml/2006/main">
            <a:pPr algn="ctr">
              <a:defRPr sz="3000" b="1" i="0">
                <a:solidFill>
                  <a:srgbClr val="F2C96B"/>
                </a:solidFill>
                <a:latin typeface="Rubik"/>
                <a:ea typeface="Rubik"/>
                <a:cs typeface="Rubik"/>
              </a:defRPr>
            </a:pPr>
            <a:r>
              <a:rPr sz="3000" b="1" i="0">
                <a:solidFill>
                  <a:srgbClr val="F2C96B"/>
                </a:solidFill>
                <a:latin typeface="Rubik"/>
                <a:ea typeface="Rubik"/>
                <a:cs typeface="Rubik"/>
              </a:rPr>
              <a:t>60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42B558B-139E-41EA-BB26-3E23B5E3C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4480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200" b="0" i="0">
                <a:solidFill>
                  <a:srgbClr val="D8E9E3"/>
                </a:solidFill>
                <a:latin typeface="Noto Sans"/>
                <a:ea typeface="Noto Sans"/>
                <a:cs typeface="Noto Sans"/>
              </a:defRPr>
            </a:defPPr>
            <a:lvl1pPr algn="ctr">
              <a:defRPr sz="1200" b="0" i="0">
                <a:solidFill>
                  <a:srgbClr val="D8E9E3"/>
                </a:solidFill>
                <a:latin typeface="Noto Sans"/>
                <a:ea typeface="Noto Sans"/>
                <a:cs typeface="Noto Sans"/>
              </a:defRPr>
            </a:lvl1pPr>
            <a:lvl2pPr algn="ctr">
              <a:defRPr sz="1200" b="0" i="0">
                <a:solidFill>
                  <a:srgbClr val="D8E9E3"/>
                </a:solidFill>
                <a:latin typeface="Noto Sans"/>
                <a:ea typeface="Noto Sans"/>
                <a:cs typeface="Noto Sans"/>
              </a:defRPr>
            </a:lvl2pPr>
            <a:lvl3pPr algn="ctr">
              <a:defRPr sz="1200" b="0" i="0">
                <a:solidFill>
                  <a:srgbClr val="D8E9E3"/>
                </a:solidFill>
                <a:latin typeface="Noto Sans"/>
                <a:ea typeface="Noto Sans"/>
                <a:cs typeface="Noto Sans"/>
              </a:defRPr>
            </a:lvl3pPr>
            <a:lvl4pPr algn="ctr">
              <a:defRPr sz="1200" b="0" i="0">
                <a:solidFill>
                  <a:srgbClr val="D8E9E3"/>
                </a:solidFill>
                <a:latin typeface="Noto Sans"/>
                <a:ea typeface="Noto Sans"/>
                <a:cs typeface="Noto Sans"/>
              </a:defRPr>
            </a:lvl4pPr>
            <a:lvl5pPr algn="ctr">
              <a:defRPr sz="1200" b="0" i="0">
                <a:solidFill>
                  <a:srgbClr val="D8E9E3"/>
                </a:solidFill>
                <a:latin typeface="Noto Sans"/>
                <a:ea typeface="Noto Sans"/>
                <a:cs typeface="Noto Sans"/>
              </a:defRPr>
            </a:lvl5pPr>
            <a:lvl6pPr algn="ctr">
              <a:defRPr sz="1200" b="0" i="0">
                <a:solidFill>
                  <a:srgbClr val="D8E9E3"/>
                </a:solidFill>
                <a:latin typeface="Noto Sans"/>
                <a:ea typeface="Noto Sans"/>
                <a:cs typeface="Noto Sans"/>
              </a:defRPr>
            </a:lvl6pPr>
            <a:lvl7pPr algn="ctr">
              <a:defRPr sz="1200" b="0" i="0">
                <a:solidFill>
                  <a:srgbClr val="D8E9E3"/>
                </a:solidFill>
                <a:latin typeface="Noto Sans"/>
                <a:ea typeface="Noto Sans"/>
                <a:cs typeface="Noto Sans"/>
              </a:defRPr>
            </a:lvl7pPr>
            <a:lvl8pPr algn="ctr">
              <a:defRPr sz="1200" b="0" i="0">
                <a:solidFill>
                  <a:srgbClr val="D8E9E3"/>
                </a:solidFill>
                <a:latin typeface="Noto Sans"/>
                <a:ea typeface="Noto Sans"/>
                <a:cs typeface="Noto Sans"/>
              </a:defRPr>
            </a:lvl8pPr>
            <a:lvl9pPr algn="ctr">
              <a:defRPr sz="1200" b="0" i="0">
                <a:solidFill>
                  <a:srgbClr val="D8E9E3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ctr">
              <a:defRPr sz="1200" b="0" i="0">
                <a:solidFill>
                  <a:srgbClr val="D8E9E3"/>
                </a:solidFill>
                <a:latin typeface="Noto Sans"/>
                <a:ea typeface="Noto Sans"/>
                <a:cs typeface="Noto Sans"/>
              </a:defRPr>
            </a:pPr>
            <a:r>
              <a:rPr sz="1200" b="0" i="0">
                <a:solidFill>
                  <a:srgbClr val="D8E9E3"/>
                </a:solidFill>
                <a:latin typeface="Noto Sans"/>
                <a:ea typeface="Noto Sans"/>
                <a:cs typeface="Noto Sans"/>
              </a:rPr>
              <a:t>automated tests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91A8EAB-E172-4654-8FF5-A63F21715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867150"/>
            <a:ext cx="13525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F665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289E4C8-7FE8-46A9-9277-BF9A04532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114800"/>
            <a:ext cx="142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3000" b="1" i="0">
                <a:solidFill>
                  <a:srgbClr val="FFFFFF"/>
                </a:solidFill>
                <a:latin typeface="Rubik"/>
                <a:ea typeface="Rubik"/>
                <a:cs typeface="Rubik"/>
              </a:defRPr>
            </a:defPPr>
            <a:lvl1pPr algn="ctr">
              <a:defRPr sz="3000" b="1" i="0">
                <a:solidFill>
                  <a:srgbClr val="FFFFFF"/>
                </a:solidFill>
                <a:latin typeface="Rubik"/>
                <a:ea typeface="Rubik"/>
                <a:cs typeface="Rubik"/>
              </a:defRPr>
            </a:lvl1pPr>
            <a:lvl2pPr algn="ctr">
              <a:defRPr sz="3000" b="1" i="0">
                <a:solidFill>
                  <a:srgbClr val="FFFFFF"/>
                </a:solidFill>
                <a:latin typeface="Rubik"/>
                <a:ea typeface="Rubik"/>
                <a:cs typeface="Rubik"/>
              </a:defRPr>
            </a:lvl2pPr>
            <a:lvl3pPr algn="ctr">
              <a:defRPr sz="3000" b="1" i="0">
                <a:solidFill>
                  <a:srgbClr val="FFFFFF"/>
                </a:solidFill>
                <a:latin typeface="Rubik"/>
                <a:ea typeface="Rubik"/>
                <a:cs typeface="Rubik"/>
              </a:defRPr>
            </a:lvl3pPr>
            <a:lvl4pPr algn="ctr">
              <a:defRPr sz="3000" b="1" i="0">
                <a:solidFill>
                  <a:srgbClr val="FFFFFF"/>
                </a:solidFill>
                <a:latin typeface="Rubik"/>
                <a:ea typeface="Rubik"/>
                <a:cs typeface="Rubik"/>
              </a:defRPr>
            </a:lvl4pPr>
            <a:lvl5pPr algn="ctr">
              <a:defRPr sz="3000" b="1" i="0">
                <a:solidFill>
                  <a:srgbClr val="FFFFFF"/>
                </a:solidFill>
                <a:latin typeface="Rubik"/>
                <a:ea typeface="Rubik"/>
                <a:cs typeface="Rubik"/>
              </a:defRPr>
            </a:lvl5pPr>
            <a:lvl6pPr algn="ctr">
              <a:defRPr sz="3000" b="1" i="0">
                <a:solidFill>
                  <a:srgbClr val="FFFFFF"/>
                </a:solidFill>
                <a:latin typeface="Rubik"/>
                <a:ea typeface="Rubik"/>
                <a:cs typeface="Rubik"/>
              </a:defRPr>
            </a:lvl6pPr>
            <a:lvl7pPr algn="ctr">
              <a:defRPr sz="3000" b="1" i="0">
                <a:solidFill>
                  <a:srgbClr val="FFFFFF"/>
                </a:solidFill>
                <a:latin typeface="Rubik"/>
                <a:ea typeface="Rubik"/>
                <a:cs typeface="Rubik"/>
              </a:defRPr>
            </a:lvl7pPr>
            <a:lvl8pPr algn="ctr">
              <a:defRPr sz="3000" b="1" i="0">
                <a:solidFill>
                  <a:srgbClr val="FFFFFF"/>
                </a:solidFill>
                <a:latin typeface="Rubik"/>
                <a:ea typeface="Rubik"/>
                <a:cs typeface="Rubik"/>
              </a:defRPr>
            </a:lvl8pPr>
            <a:lvl9pPr algn="ctr">
              <a:defRPr sz="3000" b="1" i="0">
                <a:solidFill>
                  <a:srgbClr val="FFFFFF"/>
                </a:solidFill>
                <a:latin typeface="Rubik"/>
                <a:ea typeface="Rubik"/>
                <a:cs typeface="Rubik"/>
              </a:defRPr>
            </a:lvl9pPr>
          </a:lstStyle>
          <a:p xmlns:a="http://schemas.openxmlformats.org/drawingml/2006/main">
            <a:pPr algn="ctr">
              <a:defRPr sz="3000" b="1" i="0">
                <a:solidFill>
                  <a:srgbClr val="FFFFFF"/>
                </a:solidFill>
                <a:latin typeface="Rubik"/>
                <a:ea typeface="Rubik"/>
                <a:cs typeface="Rubik"/>
              </a:defRPr>
            </a:pPr>
            <a:r>
              <a:rPr sz="3000" b="1" i="0">
                <a:solidFill>
                  <a:srgbClr val="FFFFFF"/>
                </a:solidFill>
                <a:latin typeface="Rubik"/>
                <a:ea typeface="Rubik"/>
                <a:cs typeface="Rubik"/>
              </a:rPr>
              <a:t>1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E0074AB-EADC-4B65-8BA7-682E8AD83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6291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200" b="0" i="0">
                <a:solidFill>
                  <a:srgbClr val="D8E9E3"/>
                </a:solidFill>
                <a:latin typeface="Noto Sans"/>
                <a:ea typeface="Noto Sans"/>
                <a:cs typeface="Noto Sans"/>
              </a:defRPr>
            </a:defPPr>
            <a:lvl1pPr algn="ctr">
              <a:defRPr sz="1200" b="0" i="0">
                <a:solidFill>
                  <a:srgbClr val="D8E9E3"/>
                </a:solidFill>
                <a:latin typeface="Noto Sans"/>
                <a:ea typeface="Noto Sans"/>
                <a:cs typeface="Noto Sans"/>
              </a:defRPr>
            </a:lvl1pPr>
            <a:lvl2pPr algn="ctr">
              <a:defRPr sz="1200" b="0" i="0">
                <a:solidFill>
                  <a:srgbClr val="D8E9E3"/>
                </a:solidFill>
                <a:latin typeface="Noto Sans"/>
                <a:ea typeface="Noto Sans"/>
                <a:cs typeface="Noto Sans"/>
              </a:defRPr>
            </a:lvl2pPr>
            <a:lvl3pPr algn="ctr">
              <a:defRPr sz="1200" b="0" i="0">
                <a:solidFill>
                  <a:srgbClr val="D8E9E3"/>
                </a:solidFill>
                <a:latin typeface="Noto Sans"/>
                <a:ea typeface="Noto Sans"/>
                <a:cs typeface="Noto Sans"/>
              </a:defRPr>
            </a:lvl3pPr>
            <a:lvl4pPr algn="ctr">
              <a:defRPr sz="1200" b="0" i="0">
                <a:solidFill>
                  <a:srgbClr val="D8E9E3"/>
                </a:solidFill>
                <a:latin typeface="Noto Sans"/>
                <a:ea typeface="Noto Sans"/>
                <a:cs typeface="Noto Sans"/>
              </a:defRPr>
            </a:lvl4pPr>
            <a:lvl5pPr algn="ctr">
              <a:defRPr sz="1200" b="0" i="0">
                <a:solidFill>
                  <a:srgbClr val="D8E9E3"/>
                </a:solidFill>
                <a:latin typeface="Noto Sans"/>
                <a:ea typeface="Noto Sans"/>
                <a:cs typeface="Noto Sans"/>
              </a:defRPr>
            </a:lvl5pPr>
            <a:lvl6pPr algn="ctr">
              <a:defRPr sz="1200" b="0" i="0">
                <a:solidFill>
                  <a:srgbClr val="D8E9E3"/>
                </a:solidFill>
                <a:latin typeface="Noto Sans"/>
                <a:ea typeface="Noto Sans"/>
                <a:cs typeface="Noto Sans"/>
              </a:defRPr>
            </a:lvl6pPr>
            <a:lvl7pPr algn="ctr">
              <a:defRPr sz="1200" b="0" i="0">
                <a:solidFill>
                  <a:srgbClr val="D8E9E3"/>
                </a:solidFill>
                <a:latin typeface="Noto Sans"/>
                <a:ea typeface="Noto Sans"/>
                <a:cs typeface="Noto Sans"/>
              </a:defRPr>
            </a:lvl7pPr>
            <a:lvl8pPr algn="ctr">
              <a:defRPr sz="1200" b="0" i="0">
                <a:solidFill>
                  <a:srgbClr val="D8E9E3"/>
                </a:solidFill>
                <a:latin typeface="Noto Sans"/>
                <a:ea typeface="Noto Sans"/>
                <a:cs typeface="Noto Sans"/>
              </a:defRPr>
            </a:lvl8pPr>
            <a:lvl9pPr algn="ctr">
              <a:defRPr sz="1200" b="0" i="0">
                <a:solidFill>
                  <a:srgbClr val="D8E9E3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ctr">
              <a:defRPr sz="1200" b="0" i="0">
                <a:solidFill>
                  <a:srgbClr val="D8E9E3"/>
                </a:solidFill>
                <a:latin typeface="Noto Sans"/>
                <a:ea typeface="Noto Sans"/>
                <a:cs typeface="Noto Sans"/>
              </a:defRPr>
            </a:pPr>
            <a:r>
              <a:rPr sz="1200" b="0" i="0">
                <a:solidFill>
                  <a:srgbClr val="D8E9E3"/>
                </a:solidFill>
                <a:latin typeface="Noto Sans"/>
                <a:ea typeface="Noto Sans"/>
                <a:cs typeface="Noto Sans"/>
              </a:rPr>
              <a:t>saved replay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36D259E-29AB-47D3-88F5-2FC6E2B3E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810250"/>
            <a:ext cx="948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425" b="1" i="0">
                <a:solidFill>
                  <a:srgbClr val="103D35"/>
                </a:solidFill>
                <a:latin typeface="Noto Sans"/>
                <a:ea typeface="Noto Sans"/>
                <a:cs typeface="Noto Sans"/>
              </a:defRPr>
            </a:defPPr>
            <a:lvl1pPr algn="ctr">
              <a:defRPr sz="1425" b="1" i="0">
                <a:solidFill>
                  <a:srgbClr val="103D35"/>
                </a:solidFill>
                <a:latin typeface="Noto Sans"/>
                <a:ea typeface="Noto Sans"/>
                <a:cs typeface="Noto Sans"/>
              </a:defRPr>
            </a:lvl1pPr>
            <a:lvl2pPr algn="ctr">
              <a:defRPr sz="1425" b="1" i="0">
                <a:solidFill>
                  <a:srgbClr val="103D35"/>
                </a:solidFill>
                <a:latin typeface="Noto Sans"/>
                <a:ea typeface="Noto Sans"/>
                <a:cs typeface="Noto Sans"/>
              </a:defRPr>
            </a:lvl2pPr>
            <a:lvl3pPr algn="ctr">
              <a:defRPr sz="1425" b="1" i="0">
                <a:solidFill>
                  <a:srgbClr val="103D35"/>
                </a:solidFill>
                <a:latin typeface="Noto Sans"/>
                <a:ea typeface="Noto Sans"/>
                <a:cs typeface="Noto Sans"/>
              </a:defRPr>
            </a:lvl3pPr>
            <a:lvl4pPr algn="ctr">
              <a:defRPr sz="1425" b="1" i="0">
                <a:solidFill>
                  <a:srgbClr val="103D35"/>
                </a:solidFill>
                <a:latin typeface="Noto Sans"/>
                <a:ea typeface="Noto Sans"/>
                <a:cs typeface="Noto Sans"/>
              </a:defRPr>
            </a:lvl4pPr>
            <a:lvl5pPr algn="ctr">
              <a:defRPr sz="1425" b="1" i="0">
                <a:solidFill>
                  <a:srgbClr val="103D35"/>
                </a:solidFill>
                <a:latin typeface="Noto Sans"/>
                <a:ea typeface="Noto Sans"/>
                <a:cs typeface="Noto Sans"/>
              </a:defRPr>
            </a:lvl5pPr>
            <a:lvl6pPr algn="ctr">
              <a:defRPr sz="1425" b="1" i="0">
                <a:solidFill>
                  <a:srgbClr val="103D35"/>
                </a:solidFill>
                <a:latin typeface="Noto Sans"/>
                <a:ea typeface="Noto Sans"/>
                <a:cs typeface="Noto Sans"/>
              </a:defRPr>
            </a:lvl6pPr>
            <a:lvl7pPr algn="ctr">
              <a:defRPr sz="1425" b="1" i="0">
                <a:solidFill>
                  <a:srgbClr val="103D35"/>
                </a:solidFill>
                <a:latin typeface="Noto Sans"/>
                <a:ea typeface="Noto Sans"/>
                <a:cs typeface="Noto Sans"/>
              </a:defRPr>
            </a:lvl7pPr>
            <a:lvl8pPr algn="ctr">
              <a:defRPr sz="1425" b="1" i="0">
                <a:solidFill>
                  <a:srgbClr val="103D35"/>
                </a:solidFill>
                <a:latin typeface="Noto Sans"/>
                <a:ea typeface="Noto Sans"/>
                <a:cs typeface="Noto Sans"/>
              </a:defRPr>
            </a:lvl8pPr>
            <a:lvl9pPr algn="ctr">
              <a:defRPr sz="1425" b="1" i="0">
                <a:solidFill>
                  <a:srgbClr val="103D35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ctr">
              <a:defRPr sz="1425" b="1" i="0">
                <a:solidFill>
                  <a:srgbClr val="103D35"/>
                </a:solidFill>
                <a:latin typeface="Noto Sans"/>
                <a:ea typeface="Noto Sans"/>
                <a:cs typeface="Noto Sans"/>
              </a:defRPr>
            </a:pPr>
            <a:r>
              <a:rPr sz="1425" b="1" i="0">
                <a:solidFill>
                  <a:srgbClr val="103D35"/>
                </a:solidFill>
                <a:latin typeface="Noto Sans"/>
                <a:ea typeface="Noto Sans"/>
                <a:cs typeface="Noto Sans"/>
              </a:rPr>
              <a:t>Everything shown in this document is backed by saved code, data, or replayable artifacts in the private repository.</a:t>
            </a:r>
          </a:p>
        </p:txBody>
      </p:sp>
    </p:spTree>
    <p:extLst>
      <p:ext uri="{BB962C8B-B14F-4D97-AF65-F5344CB8AC3E}">
        <p14:creationId xmlns:p14="http://schemas.microsoft.com/office/powerpoint/2010/main" val="62875338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F6F73A-D55F-46B4-B5BC-C964017CE4D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f12487a5d44fc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A2BC95-CED6-4849-BB23-B6F6D9EBB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579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r">
              <a:defRPr sz="750" b="1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defPPr>
            <a:lvl1pPr algn="r">
              <a:defRPr sz="750" b="1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1pPr>
            <a:lvl2pPr algn="r">
              <a:defRPr sz="750" b="1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2pPr>
            <a:lvl3pPr algn="r">
              <a:defRPr sz="750" b="1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3pPr>
            <a:lvl4pPr algn="r">
              <a:defRPr sz="750" b="1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4pPr>
            <a:lvl5pPr algn="r">
              <a:defRPr sz="750" b="1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5pPr>
            <a:lvl6pPr algn="r">
              <a:defRPr sz="750" b="1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6pPr>
            <a:lvl7pPr algn="r">
              <a:defRPr sz="750" b="1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7pPr>
            <a:lvl8pPr algn="r">
              <a:defRPr sz="750" b="1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8pPr>
            <a:lvl9pPr algn="r">
              <a:defRPr sz="750" b="1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r">
              <a:defRPr sz="750" b="1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pPr>
            <a:r>
              <a:rPr sz="750" b="1" i="0">
                <a:solidFill>
                  <a:srgbClr val="5D6B66"/>
                </a:solidFill>
                <a:latin typeface="Noto Sans"/>
                <a:ea typeface="Noto Sans"/>
                <a:cs typeface="Noto San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87799581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B20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B6ABBA-9127-40AB-AA8E-81A637015FB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8b1321916844e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DAF8C6-931D-47B9-89DF-0453E759D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579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r">
              <a:defRPr sz="750" b="1" i="0">
                <a:solidFill>
                  <a:srgbClr val="A9BBB5"/>
                </a:solidFill>
                <a:latin typeface="Noto Sans"/>
                <a:ea typeface="Noto Sans"/>
                <a:cs typeface="Noto Sans"/>
              </a:defRPr>
            </a:defPPr>
            <a:lvl1pPr algn="r">
              <a:defRPr sz="750" b="1" i="0">
                <a:solidFill>
                  <a:srgbClr val="A9BBB5"/>
                </a:solidFill>
                <a:latin typeface="Noto Sans"/>
                <a:ea typeface="Noto Sans"/>
                <a:cs typeface="Noto Sans"/>
              </a:defRPr>
            </a:lvl1pPr>
            <a:lvl2pPr algn="r">
              <a:defRPr sz="750" b="1" i="0">
                <a:solidFill>
                  <a:srgbClr val="A9BBB5"/>
                </a:solidFill>
                <a:latin typeface="Noto Sans"/>
                <a:ea typeface="Noto Sans"/>
                <a:cs typeface="Noto Sans"/>
              </a:defRPr>
            </a:lvl2pPr>
            <a:lvl3pPr algn="r">
              <a:defRPr sz="750" b="1" i="0">
                <a:solidFill>
                  <a:srgbClr val="A9BBB5"/>
                </a:solidFill>
                <a:latin typeface="Noto Sans"/>
                <a:ea typeface="Noto Sans"/>
                <a:cs typeface="Noto Sans"/>
              </a:defRPr>
            </a:lvl3pPr>
            <a:lvl4pPr algn="r">
              <a:defRPr sz="750" b="1" i="0">
                <a:solidFill>
                  <a:srgbClr val="A9BBB5"/>
                </a:solidFill>
                <a:latin typeface="Noto Sans"/>
                <a:ea typeface="Noto Sans"/>
                <a:cs typeface="Noto Sans"/>
              </a:defRPr>
            </a:lvl4pPr>
            <a:lvl5pPr algn="r">
              <a:defRPr sz="750" b="1" i="0">
                <a:solidFill>
                  <a:srgbClr val="A9BBB5"/>
                </a:solidFill>
                <a:latin typeface="Noto Sans"/>
                <a:ea typeface="Noto Sans"/>
                <a:cs typeface="Noto Sans"/>
              </a:defRPr>
            </a:lvl5pPr>
            <a:lvl6pPr algn="r">
              <a:defRPr sz="750" b="1" i="0">
                <a:solidFill>
                  <a:srgbClr val="A9BBB5"/>
                </a:solidFill>
                <a:latin typeface="Noto Sans"/>
                <a:ea typeface="Noto Sans"/>
                <a:cs typeface="Noto Sans"/>
              </a:defRPr>
            </a:lvl6pPr>
            <a:lvl7pPr algn="r">
              <a:defRPr sz="750" b="1" i="0">
                <a:solidFill>
                  <a:srgbClr val="A9BBB5"/>
                </a:solidFill>
                <a:latin typeface="Noto Sans"/>
                <a:ea typeface="Noto Sans"/>
                <a:cs typeface="Noto Sans"/>
              </a:defRPr>
            </a:lvl7pPr>
            <a:lvl8pPr algn="r">
              <a:defRPr sz="750" b="1" i="0">
                <a:solidFill>
                  <a:srgbClr val="A9BBB5"/>
                </a:solidFill>
                <a:latin typeface="Noto Sans"/>
                <a:ea typeface="Noto Sans"/>
                <a:cs typeface="Noto Sans"/>
              </a:defRPr>
            </a:lvl8pPr>
            <a:lvl9pPr algn="r">
              <a:defRPr sz="750" b="1" i="0">
                <a:solidFill>
                  <a:srgbClr val="A9BBB5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r">
              <a:defRPr sz="750" b="1" i="0">
                <a:solidFill>
                  <a:srgbClr val="A9BBB5"/>
                </a:solidFill>
                <a:latin typeface="Noto Sans"/>
                <a:ea typeface="Noto Sans"/>
                <a:cs typeface="Noto Sans"/>
              </a:defRPr>
            </a:pPr>
            <a:r>
              <a:rPr sz="750" b="1" i="0">
                <a:solidFill>
                  <a:srgbClr val="A9BBB5"/>
                </a:solidFill>
                <a:latin typeface="Noto Sans"/>
                <a:ea typeface="Noto Sans"/>
                <a:cs typeface="Noto San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77545415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AC6D39-D1D7-4562-9E03-F27B5F7E8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47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255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defPPr>
            <a:lvl1pPr algn="l">
              <a:defRPr sz="255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1pPr>
            <a:lvl2pPr algn="l">
              <a:defRPr sz="255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2pPr>
            <a:lvl3pPr algn="l">
              <a:defRPr sz="255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3pPr>
            <a:lvl4pPr algn="l">
              <a:defRPr sz="255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4pPr>
            <a:lvl5pPr algn="l">
              <a:defRPr sz="255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5pPr>
            <a:lvl6pPr algn="l">
              <a:defRPr sz="255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6pPr>
            <a:lvl7pPr algn="l">
              <a:defRPr sz="255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7pPr>
            <a:lvl8pPr algn="l">
              <a:defRPr sz="255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8pPr>
            <a:lvl9pPr algn="l">
              <a:defRPr sz="255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9pPr>
          </a:lstStyle>
          <a:p xmlns:a="http://schemas.openxmlformats.org/drawingml/2006/main">
            <a:pPr algn="l">
              <a:defRPr sz="255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pPr>
            <a:r>
              <a:rPr sz="2550" b="1" i="0">
                <a:solidFill>
                  <a:srgbClr val="12211D"/>
                </a:solidFill>
                <a:latin typeface="Rubik"/>
                <a:ea typeface="Rubik"/>
                <a:cs typeface="Rubik"/>
              </a:rPr>
              <a:t>Colon was the clearest multi-model success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408C9E-00F7-4CF8-B76F-B7A0B23C2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62025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4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14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14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14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14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14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14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14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14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14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14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pPr>
            <a:r>
              <a:rPr sz="1425" b="0" i="0">
                <a:solidFill>
                  <a:srgbClr val="5D6B66"/>
                </a:solidFill>
                <a:latin typeface="Noto Sans"/>
                <a:ea typeface="Noto Sans"/>
                <a:cs typeface="Noto Sans"/>
              </a:rPr>
              <a:t>Two independent pathology models improved substantially on the same 422-case PathGen cohort.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DEAD62-3C3F-4D5E-A988-4ACABC991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D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5CEBDE-DA95-483E-BF83-380C1B944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67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67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67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67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67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67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67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67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67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67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67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pPr>
            <a:r>
              <a:rPr sz="675" b="0" i="0">
                <a:solidFill>
                  <a:srgbClr val="5D6B66"/>
                </a:solidFill>
                <a:latin typeface="Noto Sans"/>
                <a:ea typeface="Noto Sans"/>
                <a:cs typeface="Noto Sans"/>
              </a:rPr>
              <a:t>Source: TCGA-COAD subset, pathgen-clinical-workflow results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45F292-4A2D-434F-98BB-27E9C02AD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5151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r">
              <a:defRPr sz="825" b="1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defPPr>
            <a:lvl1pPr algn="r">
              <a:defRPr sz="825" b="1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1pPr>
            <a:lvl2pPr algn="r">
              <a:defRPr sz="825" b="1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2pPr>
            <a:lvl3pPr algn="r">
              <a:defRPr sz="825" b="1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3pPr>
            <a:lvl4pPr algn="r">
              <a:defRPr sz="825" b="1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4pPr>
            <a:lvl5pPr algn="r">
              <a:defRPr sz="825" b="1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5pPr>
            <a:lvl6pPr algn="r">
              <a:defRPr sz="825" b="1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6pPr>
            <a:lvl7pPr algn="r">
              <a:defRPr sz="825" b="1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7pPr>
            <a:lvl8pPr algn="r">
              <a:defRPr sz="825" b="1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8pPr>
            <a:lvl9pPr algn="r">
              <a:defRPr sz="825" b="1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r">
              <a:defRPr sz="825" b="1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pPr>
            <a:r>
              <a:rPr sz="825" b="1" i="0">
                <a:solidFill>
                  <a:srgbClr val="5D6B66"/>
                </a:solidFill>
                <a:latin typeface="Noto Sans"/>
                <a:ea typeface="Noto Sans"/>
                <a:cs typeface="Noto Sans"/>
              </a:rPr>
              <a:t>10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B84384E5-435D-4938-9049-D8CF40A1C707}"/>
              </a:ext>
            </a:extLst>
          </p:cNvPr>
          <p:cNvGraphicFramePr/>
          <p:nvPr/>
        </p:nvGraphicFramePr>
        <p:xfrm>
          <a:off xmlns:a="http://schemas.openxmlformats.org/drawingml/2006/main" x="647700" y="1524000"/>
          <a:ext xmlns:a="http://schemas.openxmlformats.org/drawingml/2006/main" cx="7239000" cy="39433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78434bf27e14bcd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ECDF3C-C633-4F6C-BD7C-1A3E361A4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752600"/>
            <a:ext cx="247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3150" b="1" i="0">
                <a:solidFill>
                  <a:srgbClr val="D13D77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3150" b="1" i="0">
                <a:solidFill>
                  <a:srgbClr val="D13D77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3150" b="1" i="0">
                <a:solidFill>
                  <a:srgbClr val="D13D77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3150" b="1" i="0">
                <a:solidFill>
                  <a:srgbClr val="D13D77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3150" b="1" i="0">
                <a:solidFill>
                  <a:srgbClr val="D13D77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3150" b="1" i="0">
                <a:solidFill>
                  <a:srgbClr val="D13D77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3150" b="1" i="0">
                <a:solidFill>
                  <a:srgbClr val="D13D77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3150" b="1" i="0">
                <a:solidFill>
                  <a:srgbClr val="D13D77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3150" b="1" i="0">
                <a:solidFill>
                  <a:srgbClr val="D13D77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3150" b="1" i="0">
                <a:solidFill>
                  <a:srgbClr val="D13D77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3150" b="1" i="0">
                <a:solidFill>
                  <a:srgbClr val="D13D77"/>
                </a:solidFill>
                <a:latin typeface="Noto Sans"/>
                <a:ea typeface="Noto Sans"/>
                <a:cs typeface="Noto Sans"/>
              </a:defRPr>
            </a:pPr>
            <a:r>
              <a:rPr sz="3150" b="1" i="0">
                <a:solidFill>
                  <a:srgbClr val="D13D77"/>
                </a:solidFill>
                <a:latin typeface="Noto Sans"/>
                <a:ea typeface="Noto Sans"/>
                <a:cs typeface="Noto Sans"/>
              </a:rPr>
              <a:t>+28.4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FA6FD7-5637-4FC8-B90F-FC27FD580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34315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pPr>
            <a:r>
              <a: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rPr>
              <a:t>points · CONCH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C127AE-7FD6-4886-8763-01B85D62D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181350"/>
            <a:ext cx="247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3150" b="1" i="0">
                <a:solidFill>
                  <a:srgbClr val="007D68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3150" b="1" i="0">
                <a:solidFill>
                  <a:srgbClr val="007D68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3150" b="1" i="0">
                <a:solidFill>
                  <a:srgbClr val="007D68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3150" b="1" i="0">
                <a:solidFill>
                  <a:srgbClr val="007D68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3150" b="1" i="0">
                <a:solidFill>
                  <a:srgbClr val="007D68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3150" b="1" i="0">
                <a:solidFill>
                  <a:srgbClr val="007D68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3150" b="1" i="0">
                <a:solidFill>
                  <a:srgbClr val="007D68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3150" b="1" i="0">
                <a:solidFill>
                  <a:srgbClr val="007D68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3150" b="1" i="0">
                <a:solidFill>
                  <a:srgbClr val="007D68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3150" b="1" i="0">
                <a:solidFill>
                  <a:srgbClr val="007D68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3150" b="1" i="0">
                <a:solidFill>
                  <a:srgbClr val="007D68"/>
                </a:solidFill>
                <a:latin typeface="Noto Sans"/>
                <a:ea typeface="Noto Sans"/>
                <a:cs typeface="Noto Sans"/>
              </a:defRPr>
            </a:pPr>
            <a:r>
              <a:rPr sz="3150" b="1" i="0">
                <a:solidFill>
                  <a:srgbClr val="007D68"/>
                </a:solidFill>
                <a:latin typeface="Noto Sans"/>
                <a:ea typeface="Noto Sans"/>
                <a:cs typeface="Noto Sans"/>
              </a:rPr>
              <a:t>+24.6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4AD6FD-4BE2-401D-9965-40874931B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77190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pPr>
            <a:r>
              <a: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rPr>
              <a:t>points · QuiltNet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3724E8-66AC-4016-BCAA-C0EC17520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686300"/>
            <a:ext cx="2819400" cy="685800"/>
          </a:xfrm>
          <a:prstGeom xmlns:a="http://schemas.openxmlformats.org/drawingml/2006/main" prst="wedgeRoundRectCallout">
            <a:avLst>
              <a:gd name="adj1" fmla="val -77027"/>
              <a:gd name="adj2" fmla="val -141667"/>
              <a:gd name="adj3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D6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CC5370-4F7C-412E-A668-B2D7AE19C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810125"/>
            <a:ext cx="247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125" b="1" i="0">
                <a:solidFill>
                  <a:srgbClr val="12211D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1125" b="1" i="0">
                <a:solidFill>
                  <a:srgbClr val="12211D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1125" b="1" i="0">
                <a:solidFill>
                  <a:srgbClr val="12211D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1125" b="1" i="0">
                <a:solidFill>
                  <a:srgbClr val="12211D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1125" b="1" i="0">
                <a:solidFill>
                  <a:srgbClr val="12211D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1125" b="1" i="0">
                <a:solidFill>
                  <a:srgbClr val="12211D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1125" b="1" i="0">
                <a:solidFill>
                  <a:srgbClr val="12211D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1125" b="1" i="0">
                <a:solidFill>
                  <a:srgbClr val="12211D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1125" b="1" i="0">
                <a:solidFill>
                  <a:srgbClr val="12211D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1125" b="1" i="0">
                <a:solidFill>
                  <a:srgbClr val="12211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1125" b="1" i="0">
                <a:solidFill>
                  <a:srgbClr val="12211D"/>
                </a:solidFill>
                <a:latin typeface="Noto Sans"/>
                <a:ea typeface="Noto Sans"/>
                <a:cs typeface="Noto Sans"/>
              </a:defRPr>
            </a:pPr>
            <a:r>
              <a:rPr sz="1125" b="1" i="0">
                <a:solidFill>
                  <a:srgbClr val="12211D"/>
                </a:solidFill>
                <a:latin typeface="Noto Sans"/>
                <a:ea typeface="Noto Sans"/>
                <a:cs typeface="Noto Sans"/>
              </a:rPr>
              <a:t>Both models improve on the same 422-case cohort.</a:t>
            </a:r>
          </a:p>
        </p:txBody>
      </p:sp>
    </p:spTree>
    <p:extLst>
      <p:ext uri="{BB962C8B-B14F-4D97-AF65-F5344CB8AC3E}">
        <p14:creationId xmlns:p14="http://schemas.microsoft.com/office/powerpoint/2010/main" val="169588410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1702D9-9B0D-4BDF-AF14-EB936F501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47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255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defPPr>
            <a:lvl1pPr algn="l">
              <a:defRPr sz="255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1pPr>
            <a:lvl2pPr algn="l">
              <a:defRPr sz="255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2pPr>
            <a:lvl3pPr algn="l">
              <a:defRPr sz="255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3pPr>
            <a:lvl4pPr algn="l">
              <a:defRPr sz="255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4pPr>
            <a:lvl5pPr algn="l">
              <a:defRPr sz="255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5pPr>
            <a:lvl6pPr algn="l">
              <a:defRPr sz="255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6pPr>
            <a:lvl7pPr algn="l">
              <a:defRPr sz="255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7pPr>
            <a:lvl8pPr algn="l">
              <a:defRPr sz="255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8pPr>
            <a:lvl9pPr algn="l">
              <a:defRPr sz="255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9pPr>
          </a:lstStyle>
          <a:p xmlns:a="http://schemas.openxmlformats.org/drawingml/2006/main">
            <a:pPr algn="l">
              <a:defRPr sz="255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pPr>
            <a:r>
              <a:rPr sz="2550" b="1" i="0">
                <a:solidFill>
                  <a:srgbClr val="12211D"/>
                </a:solidFill>
                <a:latin typeface="Rubik"/>
                <a:ea typeface="Rubik"/>
                <a:cs typeface="Rubik"/>
              </a:rPr>
              <a:t>Breast showed gains across three models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9094BE-5C4C-417E-B5C3-1321C8DF0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62025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4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14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14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14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14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14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14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14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14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14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14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pPr>
            <a:r>
              <a:rPr sz="1425" b="0" i="0">
                <a:solidFill>
                  <a:srgbClr val="5D6B66"/>
                </a:solidFill>
                <a:latin typeface="Noto Sans"/>
                <a:ea typeface="Noto Sans"/>
                <a:cs typeface="Noto Sans"/>
              </a:rPr>
              <a:t>QuiltNet delivered the largest improvement, with CONCH and PLIP moving in the same direction.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1F8B8D-A3C1-4FF4-87CE-35642F1BF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D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323C14-27A8-4B7D-B393-4DB8833EB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67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67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67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67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67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67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67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67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67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67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67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pPr>
            <a:r>
              <a:rPr sz="675" b="0" i="0">
                <a:solidFill>
                  <a:srgbClr val="5D6B66"/>
                </a:solidFill>
                <a:latin typeface="Noto Sans"/>
                <a:ea typeface="Noto Sans"/>
                <a:cs typeface="Noto Sans"/>
              </a:rPr>
              <a:t>Source: TCGA-BRCA subset, pathgen-clinical-workflow results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0D2805-8E4E-4727-A7FE-CBAE1046B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5151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r">
              <a:defRPr sz="825" b="1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defPPr>
            <a:lvl1pPr algn="r">
              <a:defRPr sz="825" b="1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1pPr>
            <a:lvl2pPr algn="r">
              <a:defRPr sz="825" b="1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2pPr>
            <a:lvl3pPr algn="r">
              <a:defRPr sz="825" b="1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3pPr>
            <a:lvl4pPr algn="r">
              <a:defRPr sz="825" b="1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4pPr>
            <a:lvl5pPr algn="r">
              <a:defRPr sz="825" b="1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5pPr>
            <a:lvl6pPr algn="r">
              <a:defRPr sz="825" b="1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6pPr>
            <a:lvl7pPr algn="r">
              <a:defRPr sz="825" b="1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7pPr>
            <a:lvl8pPr algn="r">
              <a:defRPr sz="825" b="1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8pPr>
            <a:lvl9pPr algn="r">
              <a:defRPr sz="825" b="1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r">
              <a:defRPr sz="825" b="1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pPr>
            <a:r>
              <a:rPr sz="825" b="1" i="0">
                <a:solidFill>
                  <a:srgbClr val="5D6B66"/>
                </a:solidFill>
                <a:latin typeface="Noto Sans"/>
                <a:ea typeface="Noto Sans"/>
                <a:cs typeface="Noto Sans"/>
              </a:rPr>
              <a:t>11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9F43C2FA-1652-4347-875C-A6DC2F9151E1}"/>
              </a:ext>
            </a:extLst>
          </p:cNvPr>
          <p:cNvGraphicFramePr/>
          <p:nvPr/>
        </p:nvGraphicFramePr>
        <p:xfrm>
          <a:off xmlns:a="http://schemas.openxmlformats.org/drawingml/2006/main" x="628650" y="1524000"/>
          <a:ext xmlns:a="http://schemas.openxmlformats.org/drawingml/2006/main" cx="809625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e56ee0da8634ba7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EC0F47-F49E-4084-AB89-5383E8F8D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847850"/>
            <a:ext cx="180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2850" b="1" i="0">
                <a:solidFill>
                  <a:srgbClr val="D13D77"/>
                </a:solidFill>
                <a:latin typeface="Rubik"/>
                <a:ea typeface="Rubik"/>
                <a:cs typeface="Rubik"/>
              </a:defRPr>
            </a:defPPr>
            <a:lvl1pPr algn="l">
              <a:defRPr sz="2850" b="1" i="0">
                <a:solidFill>
                  <a:srgbClr val="D13D77"/>
                </a:solidFill>
                <a:latin typeface="Rubik"/>
                <a:ea typeface="Rubik"/>
                <a:cs typeface="Rubik"/>
              </a:defRPr>
            </a:lvl1pPr>
            <a:lvl2pPr algn="l">
              <a:defRPr sz="2850" b="1" i="0">
                <a:solidFill>
                  <a:srgbClr val="D13D77"/>
                </a:solidFill>
                <a:latin typeface="Rubik"/>
                <a:ea typeface="Rubik"/>
                <a:cs typeface="Rubik"/>
              </a:defRPr>
            </a:lvl2pPr>
            <a:lvl3pPr algn="l">
              <a:defRPr sz="2850" b="1" i="0">
                <a:solidFill>
                  <a:srgbClr val="D13D77"/>
                </a:solidFill>
                <a:latin typeface="Rubik"/>
                <a:ea typeface="Rubik"/>
                <a:cs typeface="Rubik"/>
              </a:defRPr>
            </a:lvl3pPr>
            <a:lvl4pPr algn="l">
              <a:defRPr sz="2850" b="1" i="0">
                <a:solidFill>
                  <a:srgbClr val="D13D77"/>
                </a:solidFill>
                <a:latin typeface="Rubik"/>
                <a:ea typeface="Rubik"/>
                <a:cs typeface="Rubik"/>
              </a:defRPr>
            </a:lvl4pPr>
            <a:lvl5pPr algn="l">
              <a:defRPr sz="2850" b="1" i="0">
                <a:solidFill>
                  <a:srgbClr val="D13D77"/>
                </a:solidFill>
                <a:latin typeface="Rubik"/>
                <a:ea typeface="Rubik"/>
                <a:cs typeface="Rubik"/>
              </a:defRPr>
            </a:lvl5pPr>
            <a:lvl6pPr algn="l">
              <a:defRPr sz="2850" b="1" i="0">
                <a:solidFill>
                  <a:srgbClr val="D13D77"/>
                </a:solidFill>
                <a:latin typeface="Rubik"/>
                <a:ea typeface="Rubik"/>
                <a:cs typeface="Rubik"/>
              </a:defRPr>
            </a:lvl6pPr>
            <a:lvl7pPr algn="l">
              <a:defRPr sz="2850" b="1" i="0">
                <a:solidFill>
                  <a:srgbClr val="D13D77"/>
                </a:solidFill>
                <a:latin typeface="Rubik"/>
                <a:ea typeface="Rubik"/>
                <a:cs typeface="Rubik"/>
              </a:defRPr>
            </a:lvl7pPr>
            <a:lvl8pPr algn="l">
              <a:defRPr sz="2850" b="1" i="0">
                <a:solidFill>
                  <a:srgbClr val="D13D77"/>
                </a:solidFill>
                <a:latin typeface="Rubik"/>
                <a:ea typeface="Rubik"/>
                <a:cs typeface="Rubik"/>
              </a:defRPr>
            </a:lvl8pPr>
            <a:lvl9pPr algn="l">
              <a:defRPr sz="2850" b="1" i="0">
                <a:solidFill>
                  <a:srgbClr val="D13D77"/>
                </a:solidFill>
                <a:latin typeface="Rubik"/>
                <a:ea typeface="Rubik"/>
                <a:cs typeface="Rubik"/>
              </a:defRPr>
            </a:lvl9pPr>
          </a:lstStyle>
          <a:p xmlns:a="http://schemas.openxmlformats.org/drawingml/2006/main">
            <a:pPr algn="l">
              <a:defRPr sz="2850" b="1" i="0">
                <a:solidFill>
                  <a:srgbClr val="D13D77"/>
                </a:solidFill>
                <a:latin typeface="Rubik"/>
                <a:ea typeface="Rubik"/>
                <a:cs typeface="Rubik"/>
              </a:defRPr>
            </a:pPr>
            <a:r>
              <a:rPr sz="2850" b="1" i="0">
                <a:solidFill>
                  <a:srgbClr val="D13D77"/>
                </a:solidFill>
                <a:latin typeface="Rubik"/>
                <a:ea typeface="Rubik"/>
                <a:cs typeface="Rubik"/>
              </a:rPr>
              <a:t>+24.1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883E5D-5355-4B83-8078-20C5796DC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3812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pPr>
            <a:r>
              <a: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rPr>
              <a:t>QuiltNet points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FB481B-3EE0-4BD7-A19E-73C190782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143250"/>
            <a:ext cx="180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2550" b="1" i="0">
                <a:solidFill>
                  <a:srgbClr val="007D68"/>
                </a:solidFill>
                <a:latin typeface="Rubik"/>
                <a:ea typeface="Rubik"/>
                <a:cs typeface="Rubik"/>
              </a:defRPr>
            </a:defPPr>
            <a:lvl1pPr algn="l">
              <a:defRPr sz="2550" b="1" i="0">
                <a:solidFill>
                  <a:srgbClr val="007D68"/>
                </a:solidFill>
                <a:latin typeface="Rubik"/>
                <a:ea typeface="Rubik"/>
                <a:cs typeface="Rubik"/>
              </a:defRPr>
            </a:lvl1pPr>
            <a:lvl2pPr algn="l">
              <a:defRPr sz="2550" b="1" i="0">
                <a:solidFill>
                  <a:srgbClr val="007D68"/>
                </a:solidFill>
                <a:latin typeface="Rubik"/>
                <a:ea typeface="Rubik"/>
                <a:cs typeface="Rubik"/>
              </a:defRPr>
            </a:lvl2pPr>
            <a:lvl3pPr algn="l">
              <a:defRPr sz="2550" b="1" i="0">
                <a:solidFill>
                  <a:srgbClr val="007D68"/>
                </a:solidFill>
                <a:latin typeface="Rubik"/>
                <a:ea typeface="Rubik"/>
                <a:cs typeface="Rubik"/>
              </a:defRPr>
            </a:lvl3pPr>
            <a:lvl4pPr algn="l">
              <a:defRPr sz="2550" b="1" i="0">
                <a:solidFill>
                  <a:srgbClr val="007D68"/>
                </a:solidFill>
                <a:latin typeface="Rubik"/>
                <a:ea typeface="Rubik"/>
                <a:cs typeface="Rubik"/>
              </a:defRPr>
            </a:lvl4pPr>
            <a:lvl5pPr algn="l">
              <a:defRPr sz="2550" b="1" i="0">
                <a:solidFill>
                  <a:srgbClr val="007D68"/>
                </a:solidFill>
                <a:latin typeface="Rubik"/>
                <a:ea typeface="Rubik"/>
                <a:cs typeface="Rubik"/>
              </a:defRPr>
            </a:lvl5pPr>
            <a:lvl6pPr algn="l">
              <a:defRPr sz="2550" b="1" i="0">
                <a:solidFill>
                  <a:srgbClr val="007D68"/>
                </a:solidFill>
                <a:latin typeface="Rubik"/>
                <a:ea typeface="Rubik"/>
                <a:cs typeface="Rubik"/>
              </a:defRPr>
            </a:lvl6pPr>
            <a:lvl7pPr algn="l">
              <a:defRPr sz="2550" b="1" i="0">
                <a:solidFill>
                  <a:srgbClr val="007D68"/>
                </a:solidFill>
                <a:latin typeface="Rubik"/>
                <a:ea typeface="Rubik"/>
                <a:cs typeface="Rubik"/>
              </a:defRPr>
            </a:lvl7pPr>
            <a:lvl8pPr algn="l">
              <a:defRPr sz="2550" b="1" i="0">
                <a:solidFill>
                  <a:srgbClr val="007D68"/>
                </a:solidFill>
                <a:latin typeface="Rubik"/>
                <a:ea typeface="Rubik"/>
                <a:cs typeface="Rubik"/>
              </a:defRPr>
            </a:lvl8pPr>
            <a:lvl9pPr algn="l">
              <a:defRPr sz="2550" b="1" i="0">
                <a:solidFill>
                  <a:srgbClr val="007D68"/>
                </a:solidFill>
                <a:latin typeface="Rubik"/>
                <a:ea typeface="Rubik"/>
                <a:cs typeface="Rubik"/>
              </a:defRPr>
            </a:lvl9pPr>
          </a:lstStyle>
          <a:p xmlns:a="http://schemas.openxmlformats.org/drawingml/2006/main">
            <a:pPr algn="l">
              <a:defRPr sz="2550" b="1" i="0">
                <a:solidFill>
                  <a:srgbClr val="007D68"/>
                </a:solidFill>
                <a:latin typeface="Rubik"/>
                <a:ea typeface="Rubik"/>
                <a:cs typeface="Rubik"/>
              </a:defRPr>
            </a:pPr>
            <a:r>
              <a:rPr sz="2550" b="1" i="0">
                <a:solidFill>
                  <a:srgbClr val="007D68"/>
                </a:solidFill>
                <a:latin typeface="Rubik"/>
                <a:ea typeface="Rubik"/>
                <a:cs typeface="Rubik"/>
              </a:rPr>
              <a:t>+8.8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385857-ACBC-4A0E-899C-D2023A5B5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6576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pPr>
            <a:r>
              <a: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rPr>
              <a:t>CONCH points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203381-1749-44E8-963E-4EAD40638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419600"/>
            <a:ext cx="180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2550" b="1" i="0">
                <a:solidFill>
                  <a:srgbClr val="E9873C"/>
                </a:solidFill>
                <a:latin typeface="Rubik"/>
                <a:ea typeface="Rubik"/>
                <a:cs typeface="Rubik"/>
              </a:defRPr>
            </a:defPPr>
            <a:lvl1pPr algn="l">
              <a:defRPr sz="2550" b="1" i="0">
                <a:solidFill>
                  <a:srgbClr val="E9873C"/>
                </a:solidFill>
                <a:latin typeface="Rubik"/>
                <a:ea typeface="Rubik"/>
                <a:cs typeface="Rubik"/>
              </a:defRPr>
            </a:lvl1pPr>
            <a:lvl2pPr algn="l">
              <a:defRPr sz="2550" b="1" i="0">
                <a:solidFill>
                  <a:srgbClr val="E9873C"/>
                </a:solidFill>
                <a:latin typeface="Rubik"/>
                <a:ea typeface="Rubik"/>
                <a:cs typeface="Rubik"/>
              </a:defRPr>
            </a:lvl2pPr>
            <a:lvl3pPr algn="l">
              <a:defRPr sz="2550" b="1" i="0">
                <a:solidFill>
                  <a:srgbClr val="E9873C"/>
                </a:solidFill>
                <a:latin typeface="Rubik"/>
                <a:ea typeface="Rubik"/>
                <a:cs typeface="Rubik"/>
              </a:defRPr>
            </a:lvl3pPr>
            <a:lvl4pPr algn="l">
              <a:defRPr sz="2550" b="1" i="0">
                <a:solidFill>
                  <a:srgbClr val="E9873C"/>
                </a:solidFill>
                <a:latin typeface="Rubik"/>
                <a:ea typeface="Rubik"/>
                <a:cs typeface="Rubik"/>
              </a:defRPr>
            </a:lvl4pPr>
            <a:lvl5pPr algn="l">
              <a:defRPr sz="2550" b="1" i="0">
                <a:solidFill>
                  <a:srgbClr val="E9873C"/>
                </a:solidFill>
                <a:latin typeface="Rubik"/>
                <a:ea typeface="Rubik"/>
                <a:cs typeface="Rubik"/>
              </a:defRPr>
            </a:lvl5pPr>
            <a:lvl6pPr algn="l">
              <a:defRPr sz="2550" b="1" i="0">
                <a:solidFill>
                  <a:srgbClr val="E9873C"/>
                </a:solidFill>
                <a:latin typeface="Rubik"/>
                <a:ea typeface="Rubik"/>
                <a:cs typeface="Rubik"/>
              </a:defRPr>
            </a:lvl6pPr>
            <a:lvl7pPr algn="l">
              <a:defRPr sz="2550" b="1" i="0">
                <a:solidFill>
                  <a:srgbClr val="E9873C"/>
                </a:solidFill>
                <a:latin typeface="Rubik"/>
                <a:ea typeface="Rubik"/>
                <a:cs typeface="Rubik"/>
              </a:defRPr>
            </a:lvl7pPr>
            <a:lvl8pPr algn="l">
              <a:defRPr sz="2550" b="1" i="0">
                <a:solidFill>
                  <a:srgbClr val="E9873C"/>
                </a:solidFill>
                <a:latin typeface="Rubik"/>
                <a:ea typeface="Rubik"/>
                <a:cs typeface="Rubik"/>
              </a:defRPr>
            </a:lvl8pPr>
            <a:lvl9pPr algn="l">
              <a:defRPr sz="2550" b="1" i="0">
                <a:solidFill>
                  <a:srgbClr val="E9873C"/>
                </a:solidFill>
                <a:latin typeface="Rubik"/>
                <a:ea typeface="Rubik"/>
                <a:cs typeface="Rubik"/>
              </a:defRPr>
            </a:lvl9pPr>
          </a:lstStyle>
          <a:p xmlns:a="http://schemas.openxmlformats.org/drawingml/2006/main">
            <a:pPr algn="l">
              <a:defRPr sz="2550" b="1" i="0">
                <a:solidFill>
                  <a:srgbClr val="E9873C"/>
                </a:solidFill>
                <a:latin typeface="Rubik"/>
                <a:ea typeface="Rubik"/>
                <a:cs typeface="Rubik"/>
              </a:defRPr>
            </a:pPr>
            <a:r>
              <a:rPr sz="2550" b="1" i="0">
                <a:solidFill>
                  <a:srgbClr val="E9873C"/>
                </a:solidFill>
                <a:latin typeface="Rubik"/>
                <a:ea typeface="Rubik"/>
                <a:cs typeface="Rubik"/>
              </a:rPr>
              <a:t>+4.2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93746C-B500-4D1C-9D80-2F26384C0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9339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pPr>
            <a:r>
              <a: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rPr>
              <a:t>PLIP points</a:t>
            </a:r>
          </a:p>
        </p:txBody>
      </p:sp>
    </p:spTree>
    <p:extLst>
      <p:ext uri="{BB962C8B-B14F-4D97-AF65-F5344CB8AC3E}">
        <p14:creationId xmlns:p14="http://schemas.microsoft.com/office/powerpoint/2010/main" val="37243948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78F856-F273-40EA-970C-C94576859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47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255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defPPr>
            <a:lvl1pPr algn="l">
              <a:defRPr sz="255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1pPr>
            <a:lvl2pPr algn="l">
              <a:defRPr sz="255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2pPr>
            <a:lvl3pPr algn="l">
              <a:defRPr sz="255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3pPr>
            <a:lvl4pPr algn="l">
              <a:defRPr sz="255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4pPr>
            <a:lvl5pPr algn="l">
              <a:defRPr sz="255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5pPr>
            <a:lvl6pPr algn="l">
              <a:defRPr sz="255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6pPr>
            <a:lvl7pPr algn="l">
              <a:defRPr sz="255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7pPr>
            <a:lvl8pPr algn="l">
              <a:defRPr sz="255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8pPr>
            <a:lvl9pPr algn="l">
              <a:defRPr sz="255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9pPr>
          </a:lstStyle>
          <a:p xmlns:a="http://schemas.openxmlformats.org/drawingml/2006/main">
            <a:pPr algn="l">
              <a:defRPr sz="255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pPr>
            <a:r>
              <a:rPr sz="2550" b="1" i="0">
                <a:solidFill>
                  <a:srgbClr val="12211D"/>
                </a:solidFill>
                <a:latin typeface="Rubik"/>
                <a:ea typeface="Rubik"/>
                <a:cs typeface="Rubik"/>
              </a:rPr>
              <a:t>MUSK reached 71.2% on rectal adenocarcinoma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AA31DE-A1D8-46EE-AADB-6B53C7A6D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62025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4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14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14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14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14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14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14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14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14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14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14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pPr>
            <a:r>
              <a:rPr sz="1425" b="0" i="0">
                <a:solidFill>
                  <a:srgbClr val="5D6B66"/>
                </a:solidFill>
                <a:latin typeface="Noto Sans"/>
                <a:ea typeface="Noto Sans"/>
                <a:cs typeface="Noto Sans"/>
              </a:rPr>
              <a:t>Case-specific prompting added 24 correct classifications on the 156-case cohort.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4F46A3-56E9-4531-804B-ACFE4A7D4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D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7FA7CF-7444-4B07-A36C-596AF17A9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67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67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67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67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67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67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67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67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67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67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67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pPr>
            <a:r>
              <a:rPr sz="675" b="0" i="0">
                <a:solidFill>
                  <a:srgbClr val="5D6B66"/>
                </a:solidFill>
                <a:latin typeface="Noto Sans"/>
                <a:ea typeface="Noto Sans"/>
                <a:cs typeface="Noto Sans"/>
              </a:rPr>
              <a:t>Source: TCGA-READ subset, pathgen-clinical-workflow results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6DB302-812C-435C-91F9-CE844CC3D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5151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r">
              <a:defRPr sz="825" b="1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defPPr>
            <a:lvl1pPr algn="r">
              <a:defRPr sz="825" b="1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1pPr>
            <a:lvl2pPr algn="r">
              <a:defRPr sz="825" b="1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2pPr>
            <a:lvl3pPr algn="r">
              <a:defRPr sz="825" b="1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3pPr>
            <a:lvl4pPr algn="r">
              <a:defRPr sz="825" b="1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4pPr>
            <a:lvl5pPr algn="r">
              <a:defRPr sz="825" b="1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5pPr>
            <a:lvl6pPr algn="r">
              <a:defRPr sz="825" b="1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6pPr>
            <a:lvl7pPr algn="r">
              <a:defRPr sz="825" b="1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7pPr>
            <a:lvl8pPr algn="r">
              <a:defRPr sz="825" b="1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8pPr>
            <a:lvl9pPr algn="r">
              <a:defRPr sz="825" b="1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r">
              <a:defRPr sz="825" b="1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pPr>
            <a:r>
              <a:rPr sz="825" b="1" i="0">
                <a:solidFill>
                  <a:srgbClr val="5D6B66"/>
                </a:solidFill>
                <a:latin typeface="Noto Sans"/>
                <a:ea typeface="Noto Sans"/>
                <a:cs typeface="Noto Sans"/>
              </a:rPr>
              <a:t>12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C5B2BB88-D9FF-4261-904A-75EB55189048}"/>
              </a:ext>
            </a:extLst>
          </p:cNvPr>
          <p:cNvGraphicFramePr/>
          <p:nvPr/>
        </p:nvGraphicFramePr>
        <p:xfrm>
          <a:off xmlns:a="http://schemas.openxmlformats.org/drawingml/2006/main" x="685800" y="1695450"/>
          <a:ext xmlns:a="http://schemas.openxmlformats.org/drawingml/2006/main" cx="7239000" cy="34861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92f31999b634729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79FF02-1C67-4B3F-8637-E9A0197F9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657350"/>
            <a:ext cx="2724150" cy="31432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D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3A3030-7E2E-48B2-9245-616246DF6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000250"/>
            <a:ext cx="2171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3600" b="1" i="0">
                <a:solidFill>
                  <a:srgbClr val="D13D77"/>
                </a:solidFill>
                <a:latin typeface="Rubik"/>
                <a:ea typeface="Rubik"/>
                <a:cs typeface="Rubik"/>
              </a:defRPr>
            </a:defPPr>
            <a:lvl1pPr algn="ctr">
              <a:defRPr sz="3600" b="1" i="0">
                <a:solidFill>
                  <a:srgbClr val="D13D77"/>
                </a:solidFill>
                <a:latin typeface="Rubik"/>
                <a:ea typeface="Rubik"/>
                <a:cs typeface="Rubik"/>
              </a:defRPr>
            </a:lvl1pPr>
            <a:lvl2pPr algn="ctr">
              <a:defRPr sz="3600" b="1" i="0">
                <a:solidFill>
                  <a:srgbClr val="D13D77"/>
                </a:solidFill>
                <a:latin typeface="Rubik"/>
                <a:ea typeface="Rubik"/>
                <a:cs typeface="Rubik"/>
              </a:defRPr>
            </a:lvl2pPr>
            <a:lvl3pPr algn="ctr">
              <a:defRPr sz="3600" b="1" i="0">
                <a:solidFill>
                  <a:srgbClr val="D13D77"/>
                </a:solidFill>
                <a:latin typeface="Rubik"/>
                <a:ea typeface="Rubik"/>
                <a:cs typeface="Rubik"/>
              </a:defRPr>
            </a:lvl3pPr>
            <a:lvl4pPr algn="ctr">
              <a:defRPr sz="3600" b="1" i="0">
                <a:solidFill>
                  <a:srgbClr val="D13D77"/>
                </a:solidFill>
                <a:latin typeface="Rubik"/>
                <a:ea typeface="Rubik"/>
                <a:cs typeface="Rubik"/>
              </a:defRPr>
            </a:lvl4pPr>
            <a:lvl5pPr algn="ctr">
              <a:defRPr sz="3600" b="1" i="0">
                <a:solidFill>
                  <a:srgbClr val="D13D77"/>
                </a:solidFill>
                <a:latin typeface="Rubik"/>
                <a:ea typeface="Rubik"/>
                <a:cs typeface="Rubik"/>
              </a:defRPr>
            </a:lvl5pPr>
            <a:lvl6pPr algn="ctr">
              <a:defRPr sz="3600" b="1" i="0">
                <a:solidFill>
                  <a:srgbClr val="D13D77"/>
                </a:solidFill>
                <a:latin typeface="Rubik"/>
                <a:ea typeface="Rubik"/>
                <a:cs typeface="Rubik"/>
              </a:defRPr>
            </a:lvl6pPr>
            <a:lvl7pPr algn="ctr">
              <a:defRPr sz="3600" b="1" i="0">
                <a:solidFill>
                  <a:srgbClr val="D13D77"/>
                </a:solidFill>
                <a:latin typeface="Rubik"/>
                <a:ea typeface="Rubik"/>
                <a:cs typeface="Rubik"/>
              </a:defRPr>
            </a:lvl7pPr>
            <a:lvl8pPr algn="ctr">
              <a:defRPr sz="3600" b="1" i="0">
                <a:solidFill>
                  <a:srgbClr val="D13D77"/>
                </a:solidFill>
                <a:latin typeface="Rubik"/>
                <a:ea typeface="Rubik"/>
                <a:cs typeface="Rubik"/>
              </a:defRPr>
            </a:lvl8pPr>
            <a:lvl9pPr algn="ctr">
              <a:defRPr sz="3600" b="1" i="0">
                <a:solidFill>
                  <a:srgbClr val="D13D77"/>
                </a:solidFill>
                <a:latin typeface="Rubik"/>
                <a:ea typeface="Rubik"/>
                <a:cs typeface="Rubik"/>
              </a:defRPr>
            </a:lvl9pPr>
          </a:lstStyle>
          <a:p xmlns:a="http://schemas.openxmlformats.org/drawingml/2006/main">
            <a:pPr algn="ctr">
              <a:defRPr sz="3600" b="1" i="0">
                <a:solidFill>
                  <a:srgbClr val="D13D77"/>
                </a:solidFill>
                <a:latin typeface="Rubik"/>
                <a:ea typeface="Rubik"/>
                <a:cs typeface="Rubik"/>
              </a:defRPr>
            </a:pPr>
            <a:r>
              <a:rPr sz="3600" b="1" i="0">
                <a:solidFill>
                  <a:srgbClr val="D13D77"/>
                </a:solidFill>
                <a:latin typeface="Rubik"/>
                <a:ea typeface="Rubik"/>
                <a:cs typeface="Rubik"/>
              </a:rPr>
              <a:t>+15.4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F998F1-9DE7-4FA8-ADB6-8775DBAE9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667000"/>
            <a:ext cx="2171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27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defPPr>
            <a:lvl1pPr algn="ctr">
              <a:defRPr sz="127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1pPr>
            <a:lvl2pPr algn="ctr">
              <a:defRPr sz="127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2pPr>
            <a:lvl3pPr algn="ctr">
              <a:defRPr sz="127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3pPr>
            <a:lvl4pPr algn="ctr">
              <a:defRPr sz="127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4pPr>
            <a:lvl5pPr algn="ctr">
              <a:defRPr sz="127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5pPr>
            <a:lvl6pPr algn="ctr">
              <a:defRPr sz="127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6pPr>
            <a:lvl7pPr algn="ctr">
              <a:defRPr sz="127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7pPr>
            <a:lvl8pPr algn="ctr">
              <a:defRPr sz="127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8pPr>
            <a:lvl9pPr algn="ctr">
              <a:defRPr sz="127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ctr">
              <a:defRPr sz="127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pPr>
            <a:r>
              <a:rPr sz="1275" b="0" i="0">
                <a:solidFill>
                  <a:srgbClr val="5D6B66"/>
                </a:solidFill>
                <a:latin typeface="Noto Sans"/>
                <a:ea typeface="Noto Sans"/>
                <a:cs typeface="Noto Sans"/>
              </a:rPr>
              <a:t>percentage points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8AD1D1-EE4A-4520-8470-974AE537A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219450"/>
            <a:ext cx="2000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DD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5432DF-68F7-42F1-A6A7-946083E7D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486150"/>
            <a:ext cx="217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2325" b="1" i="0">
                <a:solidFill>
                  <a:srgbClr val="103D35"/>
                </a:solidFill>
                <a:latin typeface="Rubik"/>
                <a:ea typeface="Rubik"/>
                <a:cs typeface="Rubik"/>
              </a:defRPr>
            </a:defPPr>
            <a:lvl1pPr algn="ctr">
              <a:defRPr sz="2325" b="1" i="0">
                <a:solidFill>
                  <a:srgbClr val="103D35"/>
                </a:solidFill>
                <a:latin typeface="Rubik"/>
                <a:ea typeface="Rubik"/>
                <a:cs typeface="Rubik"/>
              </a:defRPr>
            </a:lvl1pPr>
            <a:lvl2pPr algn="ctr">
              <a:defRPr sz="2325" b="1" i="0">
                <a:solidFill>
                  <a:srgbClr val="103D35"/>
                </a:solidFill>
                <a:latin typeface="Rubik"/>
                <a:ea typeface="Rubik"/>
                <a:cs typeface="Rubik"/>
              </a:defRPr>
            </a:lvl2pPr>
            <a:lvl3pPr algn="ctr">
              <a:defRPr sz="2325" b="1" i="0">
                <a:solidFill>
                  <a:srgbClr val="103D35"/>
                </a:solidFill>
                <a:latin typeface="Rubik"/>
                <a:ea typeface="Rubik"/>
                <a:cs typeface="Rubik"/>
              </a:defRPr>
            </a:lvl3pPr>
            <a:lvl4pPr algn="ctr">
              <a:defRPr sz="2325" b="1" i="0">
                <a:solidFill>
                  <a:srgbClr val="103D35"/>
                </a:solidFill>
                <a:latin typeface="Rubik"/>
                <a:ea typeface="Rubik"/>
                <a:cs typeface="Rubik"/>
              </a:defRPr>
            </a:lvl4pPr>
            <a:lvl5pPr algn="ctr">
              <a:defRPr sz="2325" b="1" i="0">
                <a:solidFill>
                  <a:srgbClr val="103D35"/>
                </a:solidFill>
                <a:latin typeface="Rubik"/>
                <a:ea typeface="Rubik"/>
                <a:cs typeface="Rubik"/>
              </a:defRPr>
            </a:lvl5pPr>
            <a:lvl6pPr algn="ctr">
              <a:defRPr sz="2325" b="1" i="0">
                <a:solidFill>
                  <a:srgbClr val="103D35"/>
                </a:solidFill>
                <a:latin typeface="Rubik"/>
                <a:ea typeface="Rubik"/>
                <a:cs typeface="Rubik"/>
              </a:defRPr>
            </a:lvl6pPr>
            <a:lvl7pPr algn="ctr">
              <a:defRPr sz="2325" b="1" i="0">
                <a:solidFill>
                  <a:srgbClr val="103D35"/>
                </a:solidFill>
                <a:latin typeface="Rubik"/>
                <a:ea typeface="Rubik"/>
                <a:cs typeface="Rubik"/>
              </a:defRPr>
            </a:lvl7pPr>
            <a:lvl8pPr algn="ctr">
              <a:defRPr sz="2325" b="1" i="0">
                <a:solidFill>
                  <a:srgbClr val="103D35"/>
                </a:solidFill>
                <a:latin typeface="Rubik"/>
                <a:ea typeface="Rubik"/>
                <a:cs typeface="Rubik"/>
              </a:defRPr>
            </a:lvl8pPr>
            <a:lvl9pPr algn="ctr">
              <a:defRPr sz="2325" b="1" i="0">
                <a:solidFill>
                  <a:srgbClr val="103D35"/>
                </a:solidFill>
                <a:latin typeface="Rubik"/>
                <a:ea typeface="Rubik"/>
                <a:cs typeface="Rubik"/>
              </a:defRPr>
            </a:lvl9pPr>
          </a:lstStyle>
          <a:p xmlns:a="http://schemas.openxmlformats.org/drawingml/2006/main">
            <a:pPr algn="ctr">
              <a:defRPr sz="2325" b="1" i="0">
                <a:solidFill>
                  <a:srgbClr val="103D35"/>
                </a:solidFill>
                <a:latin typeface="Rubik"/>
                <a:ea typeface="Rubik"/>
                <a:cs typeface="Rubik"/>
              </a:defRPr>
            </a:pPr>
            <a:r>
              <a:rPr sz="2325" b="1" i="0">
                <a:solidFill>
                  <a:srgbClr val="103D35"/>
                </a:solidFill>
                <a:latin typeface="Rubik"/>
                <a:ea typeface="Rubik"/>
                <a:cs typeface="Rubik"/>
              </a:rPr>
              <a:t>87 → 111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1F9DB0-DBB3-4350-AAF9-702A98815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981450"/>
            <a:ext cx="2171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defPPr>
            <a:lvl1pPr algn="ctr">
              <a:def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1pPr>
            <a:lvl2pPr algn="ctr">
              <a:def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2pPr>
            <a:lvl3pPr algn="ctr">
              <a:def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3pPr>
            <a:lvl4pPr algn="ctr">
              <a:def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4pPr>
            <a:lvl5pPr algn="ctr">
              <a:def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5pPr>
            <a:lvl6pPr algn="ctr">
              <a:def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6pPr>
            <a:lvl7pPr algn="ctr">
              <a:def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7pPr>
            <a:lvl8pPr algn="ctr">
              <a:def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8pPr>
            <a:lvl9pPr algn="ctr">
              <a:def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ctr">
              <a:def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pPr>
            <a:r>
              <a: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rPr>
              <a:t>correct cases</a:t>
            </a:r>
          </a:p>
        </p:txBody>
      </p:sp>
    </p:spTree>
    <p:extLst>
      <p:ext uri="{BB962C8B-B14F-4D97-AF65-F5344CB8AC3E}">
        <p14:creationId xmlns:p14="http://schemas.microsoft.com/office/powerpoint/2010/main" val="48165910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89626C9-F97B-450E-ADAC-615F97378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47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255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defPPr>
            <a:lvl1pPr algn="l">
              <a:defRPr sz="255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1pPr>
            <a:lvl2pPr algn="l">
              <a:defRPr sz="255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2pPr>
            <a:lvl3pPr algn="l">
              <a:defRPr sz="255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3pPr>
            <a:lvl4pPr algn="l">
              <a:defRPr sz="255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4pPr>
            <a:lvl5pPr algn="l">
              <a:defRPr sz="255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5pPr>
            <a:lvl6pPr algn="l">
              <a:defRPr sz="255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6pPr>
            <a:lvl7pPr algn="l">
              <a:defRPr sz="255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7pPr>
            <a:lvl8pPr algn="l">
              <a:defRPr sz="255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8pPr>
            <a:lvl9pPr algn="l">
              <a:defRPr sz="255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9pPr>
          </a:lstStyle>
          <a:p xmlns:a="http://schemas.openxmlformats.org/drawingml/2006/main">
            <a:pPr algn="l">
              <a:defRPr sz="255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pPr>
            <a:r>
              <a:rPr sz="2550" b="1" i="0">
                <a:solidFill>
                  <a:srgbClr val="12211D"/>
                </a:solidFill>
                <a:latin typeface="Rubik"/>
                <a:ea typeface="Rubik"/>
                <a:cs typeface="Rubik"/>
              </a:rPr>
              <a:t>The routing pattern repeated in kidney and lung squamous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53C204-B0FA-43FA-8CEC-FD0A39013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62025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4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14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14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14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14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14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14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14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14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14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14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pPr>
            <a:r>
              <a:rPr sz="1425" b="0" i="0">
                <a:solidFill>
                  <a:srgbClr val="5D6B66"/>
                </a:solidFill>
                <a:latin typeface="Noto Sans"/>
                <a:ea typeface="Noto Sans"/>
                <a:cs typeface="Noto Sans"/>
              </a:rPr>
              <a:t>Kidney selected MUSK; lung squamous selected QuiltNet.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BBCE1D-4D7E-4377-B1B8-A54AD3EBE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D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02114F-A408-4EB8-8EF3-F49F9D510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67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67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67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67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67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67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67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67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67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67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67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pPr>
            <a:r>
              <a:rPr sz="675" b="0" i="0">
                <a:solidFill>
                  <a:srgbClr val="5D6B66"/>
                </a:solidFill>
                <a:latin typeface="Noto Sans"/>
                <a:ea typeface="Noto Sans"/>
                <a:cs typeface="Noto Sans"/>
              </a:rPr>
              <a:t>Source: TCGA-KIRC and TCGA-LUSC subsets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B65944-D9DE-4FA1-B73B-AEF3CE4D7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5151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r">
              <a:defRPr sz="825" b="1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defPPr>
            <a:lvl1pPr algn="r">
              <a:defRPr sz="825" b="1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1pPr>
            <a:lvl2pPr algn="r">
              <a:defRPr sz="825" b="1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2pPr>
            <a:lvl3pPr algn="r">
              <a:defRPr sz="825" b="1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3pPr>
            <a:lvl4pPr algn="r">
              <a:defRPr sz="825" b="1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4pPr>
            <a:lvl5pPr algn="r">
              <a:defRPr sz="825" b="1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5pPr>
            <a:lvl6pPr algn="r">
              <a:defRPr sz="825" b="1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6pPr>
            <a:lvl7pPr algn="r">
              <a:defRPr sz="825" b="1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7pPr>
            <a:lvl8pPr algn="r">
              <a:defRPr sz="825" b="1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8pPr>
            <a:lvl9pPr algn="r">
              <a:defRPr sz="825" b="1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r">
              <a:defRPr sz="825" b="1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pPr>
            <a:r>
              <a:rPr sz="825" b="1" i="0">
                <a:solidFill>
                  <a:srgbClr val="5D6B66"/>
                </a:solidFill>
                <a:latin typeface="Noto Sans"/>
                <a:ea typeface="Noto Sans"/>
                <a:cs typeface="Noto Sans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622B65-642F-4A4F-A153-C060F9D43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5067300" cy="3867150"/>
          </a:xfrm>
          <a:prstGeom xmlns:a="http://schemas.openxmlformats.org/drawingml/2006/main" prst="roundRect">
            <a:avLst>
              <a:gd name="adj" fmla="val 59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D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94BB1D-2F51-42BE-8418-B53E2F92C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5067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D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391CC7-552C-4DEB-97B1-09943B933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924050"/>
            <a:ext cx="438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95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defPPr>
            <a:lvl1pPr algn="l">
              <a:defRPr sz="195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1pPr>
            <a:lvl2pPr algn="l">
              <a:defRPr sz="195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2pPr>
            <a:lvl3pPr algn="l">
              <a:defRPr sz="195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3pPr>
            <a:lvl4pPr algn="l">
              <a:defRPr sz="195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4pPr>
            <a:lvl5pPr algn="l">
              <a:defRPr sz="195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5pPr>
            <a:lvl6pPr algn="l">
              <a:defRPr sz="195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6pPr>
            <a:lvl7pPr algn="l">
              <a:defRPr sz="195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7pPr>
            <a:lvl8pPr algn="l">
              <a:defRPr sz="195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8pPr>
            <a:lvl9pPr algn="l">
              <a:defRPr sz="195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9pPr>
          </a:lstStyle>
          <a:p xmlns:a="http://schemas.openxmlformats.org/drawingml/2006/main">
            <a:pPr algn="l">
              <a:defRPr sz="195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pPr>
            <a:r>
              <a:rPr sz="1950" b="1" i="0">
                <a:solidFill>
                  <a:srgbClr val="12211D"/>
                </a:solidFill>
                <a:latin typeface="Rubik"/>
                <a:ea typeface="Rubik"/>
                <a:cs typeface="Rubik"/>
              </a:rPr>
              <a:t>Kidney clear cell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89A512-68AC-4D9E-9701-20BCBA2E0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765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425" b="1" i="0">
                <a:solidFill>
                  <a:srgbClr val="007D68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1425" b="1" i="0">
                <a:solidFill>
                  <a:srgbClr val="007D68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1425" b="1" i="0">
                <a:solidFill>
                  <a:srgbClr val="007D68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1425" b="1" i="0">
                <a:solidFill>
                  <a:srgbClr val="007D68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1425" b="1" i="0">
                <a:solidFill>
                  <a:srgbClr val="007D68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1425" b="1" i="0">
                <a:solidFill>
                  <a:srgbClr val="007D68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1425" b="1" i="0">
                <a:solidFill>
                  <a:srgbClr val="007D68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1425" b="1" i="0">
                <a:solidFill>
                  <a:srgbClr val="007D68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1425" b="1" i="0">
                <a:solidFill>
                  <a:srgbClr val="007D68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1425" b="1" i="0">
                <a:solidFill>
                  <a:srgbClr val="007D68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1425" b="1" i="0">
                <a:solidFill>
                  <a:srgbClr val="007D68"/>
                </a:solidFill>
                <a:latin typeface="Noto Sans"/>
                <a:ea typeface="Noto Sans"/>
                <a:cs typeface="Noto Sans"/>
              </a:defRPr>
            </a:pPr>
            <a:r>
              <a:rPr sz="1425" b="1" i="0">
                <a:solidFill>
                  <a:srgbClr val="007D68"/>
                </a:solidFill>
                <a:latin typeface="Noto Sans"/>
                <a:ea typeface="Noto Sans"/>
                <a:cs typeface="Noto Sans"/>
              </a:rPr>
              <a:t>MUSK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32F5D5-5A4F-4B6F-94B6-5F6A28A9D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24200"/>
            <a:ext cx="142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2700" b="1" i="0">
                <a:solidFill>
                  <a:srgbClr val="5D6B66"/>
                </a:solidFill>
                <a:latin typeface="Rubik"/>
                <a:ea typeface="Rubik"/>
                <a:cs typeface="Rubik"/>
              </a:defRPr>
            </a:defPPr>
            <a:lvl1pPr algn="l">
              <a:defRPr sz="2700" b="1" i="0">
                <a:solidFill>
                  <a:srgbClr val="5D6B66"/>
                </a:solidFill>
                <a:latin typeface="Rubik"/>
                <a:ea typeface="Rubik"/>
                <a:cs typeface="Rubik"/>
              </a:defRPr>
            </a:lvl1pPr>
            <a:lvl2pPr algn="l">
              <a:defRPr sz="2700" b="1" i="0">
                <a:solidFill>
                  <a:srgbClr val="5D6B66"/>
                </a:solidFill>
                <a:latin typeface="Rubik"/>
                <a:ea typeface="Rubik"/>
                <a:cs typeface="Rubik"/>
              </a:defRPr>
            </a:lvl2pPr>
            <a:lvl3pPr algn="l">
              <a:defRPr sz="2700" b="1" i="0">
                <a:solidFill>
                  <a:srgbClr val="5D6B66"/>
                </a:solidFill>
                <a:latin typeface="Rubik"/>
                <a:ea typeface="Rubik"/>
                <a:cs typeface="Rubik"/>
              </a:defRPr>
            </a:lvl3pPr>
            <a:lvl4pPr algn="l">
              <a:defRPr sz="2700" b="1" i="0">
                <a:solidFill>
                  <a:srgbClr val="5D6B66"/>
                </a:solidFill>
                <a:latin typeface="Rubik"/>
                <a:ea typeface="Rubik"/>
                <a:cs typeface="Rubik"/>
              </a:defRPr>
            </a:lvl4pPr>
            <a:lvl5pPr algn="l">
              <a:defRPr sz="2700" b="1" i="0">
                <a:solidFill>
                  <a:srgbClr val="5D6B66"/>
                </a:solidFill>
                <a:latin typeface="Rubik"/>
                <a:ea typeface="Rubik"/>
                <a:cs typeface="Rubik"/>
              </a:defRPr>
            </a:lvl5pPr>
            <a:lvl6pPr algn="l">
              <a:defRPr sz="2700" b="1" i="0">
                <a:solidFill>
                  <a:srgbClr val="5D6B66"/>
                </a:solidFill>
                <a:latin typeface="Rubik"/>
                <a:ea typeface="Rubik"/>
                <a:cs typeface="Rubik"/>
              </a:defRPr>
            </a:lvl6pPr>
            <a:lvl7pPr algn="l">
              <a:defRPr sz="2700" b="1" i="0">
                <a:solidFill>
                  <a:srgbClr val="5D6B66"/>
                </a:solidFill>
                <a:latin typeface="Rubik"/>
                <a:ea typeface="Rubik"/>
                <a:cs typeface="Rubik"/>
              </a:defRPr>
            </a:lvl7pPr>
            <a:lvl8pPr algn="l">
              <a:defRPr sz="2700" b="1" i="0">
                <a:solidFill>
                  <a:srgbClr val="5D6B66"/>
                </a:solidFill>
                <a:latin typeface="Rubik"/>
                <a:ea typeface="Rubik"/>
                <a:cs typeface="Rubik"/>
              </a:defRPr>
            </a:lvl8pPr>
            <a:lvl9pPr algn="l">
              <a:defRPr sz="2700" b="1" i="0">
                <a:solidFill>
                  <a:srgbClr val="5D6B66"/>
                </a:solidFill>
                <a:latin typeface="Rubik"/>
                <a:ea typeface="Rubik"/>
                <a:cs typeface="Rubik"/>
              </a:defRPr>
            </a:lvl9pPr>
          </a:lstStyle>
          <a:p xmlns:a="http://schemas.openxmlformats.org/drawingml/2006/main">
            <a:pPr algn="l">
              <a:defRPr sz="2700" b="1" i="0">
                <a:solidFill>
                  <a:srgbClr val="5D6B66"/>
                </a:solidFill>
                <a:latin typeface="Rubik"/>
                <a:ea typeface="Rubik"/>
                <a:cs typeface="Rubik"/>
              </a:defRPr>
            </a:pPr>
            <a:r>
              <a:rPr sz="2700" b="1" i="0">
                <a:solidFill>
                  <a:srgbClr val="5D6B66"/>
                </a:solidFill>
                <a:latin typeface="Rubik"/>
                <a:ea typeface="Rubik"/>
                <a:cs typeface="Rubik"/>
              </a:rPr>
              <a:t>20.3%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6C00DF-550D-4B36-A1D4-D28F28313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3152775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2400" b="1" i="0">
                <a:solidFill>
                  <a:srgbClr val="D7DDD8"/>
                </a:solidFill>
                <a:latin typeface="Noto Sans"/>
                <a:ea typeface="Noto Sans"/>
                <a:cs typeface="Noto Sans"/>
              </a:defRPr>
            </a:defPPr>
            <a:lvl1pPr algn="ctr">
              <a:defRPr sz="2400" b="1" i="0">
                <a:solidFill>
                  <a:srgbClr val="D7DDD8"/>
                </a:solidFill>
                <a:latin typeface="Noto Sans"/>
                <a:ea typeface="Noto Sans"/>
                <a:cs typeface="Noto Sans"/>
              </a:defRPr>
            </a:lvl1pPr>
            <a:lvl2pPr algn="ctr">
              <a:defRPr sz="2400" b="1" i="0">
                <a:solidFill>
                  <a:srgbClr val="D7DDD8"/>
                </a:solidFill>
                <a:latin typeface="Noto Sans"/>
                <a:ea typeface="Noto Sans"/>
                <a:cs typeface="Noto Sans"/>
              </a:defRPr>
            </a:lvl2pPr>
            <a:lvl3pPr algn="ctr">
              <a:defRPr sz="2400" b="1" i="0">
                <a:solidFill>
                  <a:srgbClr val="D7DDD8"/>
                </a:solidFill>
                <a:latin typeface="Noto Sans"/>
                <a:ea typeface="Noto Sans"/>
                <a:cs typeface="Noto Sans"/>
              </a:defRPr>
            </a:lvl3pPr>
            <a:lvl4pPr algn="ctr">
              <a:defRPr sz="2400" b="1" i="0">
                <a:solidFill>
                  <a:srgbClr val="D7DDD8"/>
                </a:solidFill>
                <a:latin typeface="Noto Sans"/>
                <a:ea typeface="Noto Sans"/>
                <a:cs typeface="Noto Sans"/>
              </a:defRPr>
            </a:lvl4pPr>
            <a:lvl5pPr algn="ctr">
              <a:defRPr sz="2400" b="1" i="0">
                <a:solidFill>
                  <a:srgbClr val="D7DDD8"/>
                </a:solidFill>
                <a:latin typeface="Noto Sans"/>
                <a:ea typeface="Noto Sans"/>
                <a:cs typeface="Noto Sans"/>
              </a:defRPr>
            </a:lvl5pPr>
            <a:lvl6pPr algn="ctr">
              <a:defRPr sz="2400" b="1" i="0">
                <a:solidFill>
                  <a:srgbClr val="D7DDD8"/>
                </a:solidFill>
                <a:latin typeface="Noto Sans"/>
                <a:ea typeface="Noto Sans"/>
                <a:cs typeface="Noto Sans"/>
              </a:defRPr>
            </a:lvl6pPr>
            <a:lvl7pPr algn="ctr">
              <a:defRPr sz="2400" b="1" i="0">
                <a:solidFill>
                  <a:srgbClr val="D7DDD8"/>
                </a:solidFill>
                <a:latin typeface="Noto Sans"/>
                <a:ea typeface="Noto Sans"/>
                <a:cs typeface="Noto Sans"/>
              </a:defRPr>
            </a:lvl7pPr>
            <a:lvl8pPr algn="ctr">
              <a:defRPr sz="2400" b="1" i="0">
                <a:solidFill>
                  <a:srgbClr val="D7DDD8"/>
                </a:solidFill>
                <a:latin typeface="Noto Sans"/>
                <a:ea typeface="Noto Sans"/>
                <a:cs typeface="Noto Sans"/>
              </a:defRPr>
            </a:lvl8pPr>
            <a:lvl9pPr algn="ctr">
              <a:defRPr sz="2400" b="1" i="0">
                <a:solidFill>
                  <a:srgbClr val="D7DDD8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ctr">
              <a:defRPr sz="2400" b="1" i="0">
                <a:solidFill>
                  <a:srgbClr val="D7DDD8"/>
                </a:solidFill>
                <a:latin typeface="Noto Sans"/>
                <a:ea typeface="Noto Sans"/>
                <a:cs typeface="Noto Sans"/>
              </a:defRPr>
            </a:pPr>
            <a:r>
              <a:rPr sz="2400" b="1" i="0">
                <a:solidFill>
                  <a:srgbClr val="D7DDD8"/>
                </a:solidFill>
                <a:latin typeface="Noto Sans"/>
                <a:ea typeface="Noto Sans"/>
                <a:cs typeface="Noto Sans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AEED93-6C09-4C2E-A41C-28DBC7ED1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124200"/>
            <a:ext cx="161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2700" b="1" i="0">
                <a:solidFill>
                  <a:srgbClr val="007D68"/>
                </a:solidFill>
                <a:latin typeface="Rubik"/>
                <a:ea typeface="Rubik"/>
                <a:cs typeface="Rubik"/>
              </a:defRPr>
            </a:defPPr>
            <a:lvl1pPr algn="l">
              <a:defRPr sz="2700" b="1" i="0">
                <a:solidFill>
                  <a:srgbClr val="007D68"/>
                </a:solidFill>
                <a:latin typeface="Rubik"/>
                <a:ea typeface="Rubik"/>
                <a:cs typeface="Rubik"/>
              </a:defRPr>
            </a:lvl1pPr>
            <a:lvl2pPr algn="l">
              <a:defRPr sz="2700" b="1" i="0">
                <a:solidFill>
                  <a:srgbClr val="007D68"/>
                </a:solidFill>
                <a:latin typeface="Rubik"/>
                <a:ea typeface="Rubik"/>
                <a:cs typeface="Rubik"/>
              </a:defRPr>
            </a:lvl2pPr>
            <a:lvl3pPr algn="l">
              <a:defRPr sz="2700" b="1" i="0">
                <a:solidFill>
                  <a:srgbClr val="007D68"/>
                </a:solidFill>
                <a:latin typeface="Rubik"/>
                <a:ea typeface="Rubik"/>
                <a:cs typeface="Rubik"/>
              </a:defRPr>
            </a:lvl3pPr>
            <a:lvl4pPr algn="l">
              <a:defRPr sz="2700" b="1" i="0">
                <a:solidFill>
                  <a:srgbClr val="007D68"/>
                </a:solidFill>
                <a:latin typeface="Rubik"/>
                <a:ea typeface="Rubik"/>
                <a:cs typeface="Rubik"/>
              </a:defRPr>
            </a:lvl4pPr>
            <a:lvl5pPr algn="l">
              <a:defRPr sz="2700" b="1" i="0">
                <a:solidFill>
                  <a:srgbClr val="007D68"/>
                </a:solidFill>
                <a:latin typeface="Rubik"/>
                <a:ea typeface="Rubik"/>
                <a:cs typeface="Rubik"/>
              </a:defRPr>
            </a:lvl5pPr>
            <a:lvl6pPr algn="l">
              <a:defRPr sz="2700" b="1" i="0">
                <a:solidFill>
                  <a:srgbClr val="007D68"/>
                </a:solidFill>
                <a:latin typeface="Rubik"/>
                <a:ea typeface="Rubik"/>
                <a:cs typeface="Rubik"/>
              </a:defRPr>
            </a:lvl6pPr>
            <a:lvl7pPr algn="l">
              <a:defRPr sz="2700" b="1" i="0">
                <a:solidFill>
                  <a:srgbClr val="007D68"/>
                </a:solidFill>
                <a:latin typeface="Rubik"/>
                <a:ea typeface="Rubik"/>
                <a:cs typeface="Rubik"/>
              </a:defRPr>
            </a:lvl7pPr>
            <a:lvl8pPr algn="l">
              <a:defRPr sz="2700" b="1" i="0">
                <a:solidFill>
                  <a:srgbClr val="007D68"/>
                </a:solidFill>
                <a:latin typeface="Rubik"/>
                <a:ea typeface="Rubik"/>
                <a:cs typeface="Rubik"/>
              </a:defRPr>
            </a:lvl8pPr>
            <a:lvl9pPr algn="l">
              <a:defRPr sz="2700" b="1" i="0">
                <a:solidFill>
                  <a:srgbClr val="007D68"/>
                </a:solidFill>
                <a:latin typeface="Rubik"/>
                <a:ea typeface="Rubik"/>
                <a:cs typeface="Rubik"/>
              </a:defRPr>
            </a:lvl9pPr>
          </a:lstStyle>
          <a:p xmlns:a="http://schemas.openxmlformats.org/drawingml/2006/main">
            <a:pPr algn="l">
              <a:defRPr sz="2700" b="1" i="0">
                <a:solidFill>
                  <a:srgbClr val="007D68"/>
                </a:solidFill>
                <a:latin typeface="Rubik"/>
                <a:ea typeface="Rubik"/>
                <a:cs typeface="Rubik"/>
              </a:defRPr>
            </a:pPr>
            <a:r>
              <a:rPr sz="2700" b="1" i="0">
                <a:solidFill>
                  <a:srgbClr val="007D68"/>
                </a:solidFill>
                <a:latin typeface="Rubik"/>
                <a:ea typeface="Rubik"/>
                <a:cs typeface="Rubik"/>
              </a:rPr>
              <a:t>31.1%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1858A4-65AF-4659-9619-3A18D6DD1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4335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2850" b="1" i="0">
                <a:solidFill>
                  <a:srgbClr val="007D68"/>
                </a:solidFill>
                <a:latin typeface="Rubik"/>
                <a:ea typeface="Rubik"/>
                <a:cs typeface="Rubik"/>
              </a:defRPr>
            </a:defPPr>
            <a:lvl1pPr algn="l">
              <a:defRPr sz="2850" b="1" i="0">
                <a:solidFill>
                  <a:srgbClr val="007D68"/>
                </a:solidFill>
                <a:latin typeface="Rubik"/>
                <a:ea typeface="Rubik"/>
                <a:cs typeface="Rubik"/>
              </a:defRPr>
            </a:lvl1pPr>
            <a:lvl2pPr algn="l">
              <a:defRPr sz="2850" b="1" i="0">
                <a:solidFill>
                  <a:srgbClr val="007D68"/>
                </a:solidFill>
                <a:latin typeface="Rubik"/>
                <a:ea typeface="Rubik"/>
                <a:cs typeface="Rubik"/>
              </a:defRPr>
            </a:lvl2pPr>
            <a:lvl3pPr algn="l">
              <a:defRPr sz="2850" b="1" i="0">
                <a:solidFill>
                  <a:srgbClr val="007D68"/>
                </a:solidFill>
                <a:latin typeface="Rubik"/>
                <a:ea typeface="Rubik"/>
                <a:cs typeface="Rubik"/>
              </a:defRPr>
            </a:lvl3pPr>
            <a:lvl4pPr algn="l">
              <a:defRPr sz="2850" b="1" i="0">
                <a:solidFill>
                  <a:srgbClr val="007D68"/>
                </a:solidFill>
                <a:latin typeface="Rubik"/>
                <a:ea typeface="Rubik"/>
                <a:cs typeface="Rubik"/>
              </a:defRPr>
            </a:lvl4pPr>
            <a:lvl5pPr algn="l">
              <a:defRPr sz="2850" b="1" i="0">
                <a:solidFill>
                  <a:srgbClr val="007D68"/>
                </a:solidFill>
                <a:latin typeface="Rubik"/>
                <a:ea typeface="Rubik"/>
                <a:cs typeface="Rubik"/>
              </a:defRPr>
            </a:lvl5pPr>
            <a:lvl6pPr algn="l">
              <a:defRPr sz="2850" b="1" i="0">
                <a:solidFill>
                  <a:srgbClr val="007D68"/>
                </a:solidFill>
                <a:latin typeface="Rubik"/>
                <a:ea typeface="Rubik"/>
                <a:cs typeface="Rubik"/>
              </a:defRPr>
            </a:lvl6pPr>
            <a:lvl7pPr algn="l">
              <a:defRPr sz="2850" b="1" i="0">
                <a:solidFill>
                  <a:srgbClr val="007D68"/>
                </a:solidFill>
                <a:latin typeface="Rubik"/>
                <a:ea typeface="Rubik"/>
                <a:cs typeface="Rubik"/>
              </a:defRPr>
            </a:lvl7pPr>
            <a:lvl8pPr algn="l">
              <a:defRPr sz="2850" b="1" i="0">
                <a:solidFill>
                  <a:srgbClr val="007D68"/>
                </a:solidFill>
                <a:latin typeface="Rubik"/>
                <a:ea typeface="Rubik"/>
                <a:cs typeface="Rubik"/>
              </a:defRPr>
            </a:lvl8pPr>
            <a:lvl9pPr algn="l">
              <a:defRPr sz="2850" b="1" i="0">
                <a:solidFill>
                  <a:srgbClr val="007D68"/>
                </a:solidFill>
                <a:latin typeface="Rubik"/>
                <a:ea typeface="Rubik"/>
                <a:cs typeface="Rubik"/>
              </a:defRPr>
            </a:lvl9pPr>
          </a:lstStyle>
          <a:p xmlns:a="http://schemas.openxmlformats.org/drawingml/2006/main">
            <a:pPr algn="l">
              <a:defRPr sz="2850" b="1" i="0">
                <a:solidFill>
                  <a:srgbClr val="007D68"/>
                </a:solidFill>
                <a:latin typeface="Rubik"/>
                <a:ea typeface="Rubik"/>
                <a:cs typeface="Rubik"/>
              </a:defRPr>
            </a:pPr>
            <a:r>
              <a:rPr sz="2850" b="1" i="0">
                <a:solidFill>
                  <a:srgbClr val="007D68"/>
                </a:solidFill>
                <a:latin typeface="Rubik"/>
                <a:ea typeface="Rubik"/>
                <a:cs typeface="Rubik"/>
              </a:rPr>
              <a:t>+10.7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C097B4-6480-41DD-A858-BB993F409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105275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27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127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127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127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127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127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127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127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127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127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pPr>
            <a:r>
              <a:rPr sz="1275" b="0" i="0">
                <a:solidFill>
                  <a:srgbClr val="5D6B66"/>
                </a:solidFill>
                <a:latin typeface="Noto Sans"/>
                <a:ea typeface="Noto Sans"/>
                <a:cs typeface="Noto Sans"/>
              </a:rPr>
              <a:t>points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BC1680-3131-42BB-B84B-B3F054576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7244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275" b="1" i="0">
                <a:solidFill>
                  <a:srgbClr val="103D35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1275" b="1" i="0">
                <a:solidFill>
                  <a:srgbClr val="103D35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1275" b="1" i="0">
                <a:solidFill>
                  <a:srgbClr val="103D35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1275" b="1" i="0">
                <a:solidFill>
                  <a:srgbClr val="103D35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1275" b="1" i="0">
                <a:solidFill>
                  <a:srgbClr val="103D35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1275" b="1" i="0">
                <a:solidFill>
                  <a:srgbClr val="103D35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1275" b="1" i="0">
                <a:solidFill>
                  <a:srgbClr val="103D35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1275" b="1" i="0">
                <a:solidFill>
                  <a:srgbClr val="103D35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1275" b="1" i="0">
                <a:solidFill>
                  <a:srgbClr val="103D35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1275" b="1" i="0">
                <a:solidFill>
                  <a:srgbClr val="103D35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1275" b="1" i="0">
                <a:solidFill>
                  <a:srgbClr val="103D35"/>
                </a:solidFill>
                <a:latin typeface="Noto Sans"/>
                <a:ea typeface="Noto Sans"/>
                <a:cs typeface="Noto Sans"/>
              </a:defRPr>
            </a:pPr>
            <a:r>
              <a:rPr sz="1275" b="1" i="0">
                <a:solidFill>
                  <a:srgbClr val="103D35"/>
                </a:solidFill>
                <a:latin typeface="Noto Sans"/>
                <a:ea typeface="Noto Sans"/>
                <a:cs typeface="Noto Sans"/>
              </a:rPr>
              <a:t>89 → 136 correct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C917DE-B277-47AF-AD98-DB7DFC87A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524000"/>
            <a:ext cx="5067300" cy="3867150"/>
          </a:xfrm>
          <a:prstGeom xmlns:a="http://schemas.openxmlformats.org/drawingml/2006/main" prst="roundRect">
            <a:avLst>
              <a:gd name="adj" fmla="val 59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D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601D7D-6476-491F-A3CC-A0BA83D47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524000"/>
            <a:ext cx="5067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3D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F50D61-866F-4A1D-885F-DB86FD211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924050"/>
            <a:ext cx="438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95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defPPr>
            <a:lvl1pPr algn="l">
              <a:defRPr sz="195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1pPr>
            <a:lvl2pPr algn="l">
              <a:defRPr sz="195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2pPr>
            <a:lvl3pPr algn="l">
              <a:defRPr sz="195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3pPr>
            <a:lvl4pPr algn="l">
              <a:defRPr sz="195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4pPr>
            <a:lvl5pPr algn="l">
              <a:defRPr sz="195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5pPr>
            <a:lvl6pPr algn="l">
              <a:defRPr sz="195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6pPr>
            <a:lvl7pPr algn="l">
              <a:defRPr sz="195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7pPr>
            <a:lvl8pPr algn="l">
              <a:defRPr sz="195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8pPr>
            <a:lvl9pPr algn="l">
              <a:defRPr sz="195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9pPr>
          </a:lstStyle>
          <a:p xmlns:a="http://schemas.openxmlformats.org/drawingml/2006/main">
            <a:pPr algn="l">
              <a:defRPr sz="195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pPr>
            <a:r>
              <a:rPr sz="1950" b="1" i="0">
                <a:solidFill>
                  <a:srgbClr val="12211D"/>
                </a:solidFill>
                <a:latin typeface="Rubik"/>
                <a:ea typeface="Rubik"/>
                <a:cs typeface="Rubik"/>
              </a:rPr>
              <a:t>Lung squamous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1B9D69-C773-430E-B0F9-61BDA9FAA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4765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425" b="1" i="0">
                <a:solidFill>
                  <a:srgbClr val="D13D77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1425" b="1" i="0">
                <a:solidFill>
                  <a:srgbClr val="D13D77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1425" b="1" i="0">
                <a:solidFill>
                  <a:srgbClr val="D13D77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1425" b="1" i="0">
                <a:solidFill>
                  <a:srgbClr val="D13D77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1425" b="1" i="0">
                <a:solidFill>
                  <a:srgbClr val="D13D77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1425" b="1" i="0">
                <a:solidFill>
                  <a:srgbClr val="D13D77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1425" b="1" i="0">
                <a:solidFill>
                  <a:srgbClr val="D13D77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1425" b="1" i="0">
                <a:solidFill>
                  <a:srgbClr val="D13D77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1425" b="1" i="0">
                <a:solidFill>
                  <a:srgbClr val="D13D77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1425" b="1" i="0">
                <a:solidFill>
                  <a:srgbClr val="D13D77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1425" b="1" i="0">
                <a:solidFill>
                  <a:srgbClr val="D13D77"/>
                </a:solidFill>
                <a:latin typeface="Noto Sans"/>
                <a:ea typeface="Noto Sans"/>
                <a:cs typeface="Noto Sans"/>
              </a:defRPr>
            </a:pPr>
            <a:r>
              <a:rPr sz="1425" b="1" i="0">
                <a:solidFill>
                  <a:srgbClr val="D13D77"/>
                </a:solidFill>
                <a:latin typeface="Noto Sans"/>
                <a:ea typeface="Noto Sans"/>
                <a:cs typeface="Noto Sans"/>
              </a:rPr>
              <a:t>QuiltNet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3842E6-85C0-4650-88E2-7426113E8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124200"/>
            <a:ext cx="142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2700" b="1" i="0">
                <a:solidFill>
                  <a:srgbClr val="5D6B66"/>
                </a:solidFill>
                <a:latin typeface="Rubik"/>
                <a:ea typeface="Rubik"/>
                <a:cs typeface="Rubik"/>
              </a:defRPr>
            </a:defPPr>
            <a:lvl1pPr algn="l">
              <a:defRPr sz="2700" b="1" i="0">
                <a:solidFill>
                  <a:srgbClr val="5D6B66"/>
                </a:solidFill>
                <a:latin typeface="Rubik"/>
                <a:ea typeface="Rubik"/>
                <a:cs typeface="Rubik"/>
              </a:defRPr>
            </a:lvl1pPr>
            <a:lvl2pPr algn="l">
              <a:defRPr sz="2700" b="1" i="0">
                <a:solidFill>
                  <a:srgbClr val="5D6B66"/>
                </a:solidFill>
                <a:latin typeface="Rubik"/>
                <a:ea typeface="Rubik"/>
                <a:cs typeface="Rubik"/>
              </a:defRPr>
            </a:lvl2pPr>
            <a:lvl3pPr algn="l">
              <a:defRPr sz="2700" b="1" i="0">
                <a:solidFill>
                  <a:srgbClr val="5D6B66"/>
                </a:solidFill>
                <a:latin typeface="Rubik"/>
                <a:ea typeface="Rubik"/>
                <a:cs typeface="Rubik"/>
              </a:defRPr>
            </a:lvl3pPr>
            <a:lvl4pPr algn="l">
              <a:defRPr sz="2700" b="1" i="0">
                <a:solidFill>
                  <a:srgbClr val="5D6B66"/>
                </a:solidFill>
                <a:latin typeface="Rubik"/>
                <a:ea typeface="Rubik"/>
                <a:cs typeface="Rubik"/>
              </a:defRPr>
            </a:lvl4pPr>
            <a:lvl5pPr algn="l">
              <a:defRPr sz="2700" b="1" i="0">
                <a:solidFill>
                  <a:srgbClr val="5D6B66"/>
                </a:solidFill>
                <a:latin typeface="Rubik"/>
                <a:ea typeface="Rubik"/>
                <a:cs typeface="Rubik"/>
              </a:defRPr>
            </a:lvl5pPr>
            <a:lvl6pPr algn="l">
              <a:defRPr sz="2700" b="1" i="0">
                <a:solidFill>
                  <a:srgbClr val="5D6B66"/>
                </a:solidFill>
                <a:latin typeface="Rubik"/>
                <a:ea typeface="Rubik"/>
                <a:cs typeface="Rubik"/>
              </a:defRPr>
            </a:lvl6pPr>
            <a:lvl7pPr algn="l">
              <a:defRPr sz="2700" b="1" i="0">
                <a:solidFill>
                  <a:srgbClr val="5D6B66"/>
                </a:solidFill>
                <a:latin typeface="Rubik"/>
                <a:ea typeface="Rubik"/>
                <a:cs typeface="Rubik"/>
              </a:defRPr>
            </a:lvl7pPr>
            <a:lvl8pPr algn="l">
              <a:defRPr sz="2700" b="1" i="0">
                <a:solidFill>
                  <a:srgbClr val="5D6B66"/>
                </a:solidFill>
                <a:latin typeface="Rubik"/>
                <a:ea typeface="Rubik"/>
                <a:cs typeface="Rubik"/>
              </a:defRPr>
            </a:lvl8pPr>
            <a:lvl9pPr algn="l">
              <a:defRPr sz="2700" b="1" i="0">
                <a:solidFill>
                  <a:srgbClr val="5D6B66"/>
                </a:solidFill>
                <a:latin typeface="Rubik"/>
                <a:ea typeface="Rubik"/>
                <a:cs typeface="Rubik"/>
              </a:defRPr>
            </a:lvl9pPr>
          </a:lstStyle>
          <a:p xmlns:a="http://schemas.openxmlformats.org/drawingml/2006/main">
            <a:pPr algn="l">
              <a:defRPr sz="2700" b="1" i="0">
                <a:solidFill>
                  <a:srgbClr val="5D6B66"/>
                </a:solidFill>
                <a:latin typeface="Rubik"/>
                <a:ea typeface="Rubik"/>
                <a:cs typeface="Rubik"/>
              </a:defRPr>
            </a:pPr>
            <a:r>
              <a:rPr sz="2700" b="1" i="0">
                <a:solidFill>
                  <a:srgbClr val="5D6B66"/>
                </a:solidFill>
                <a:latin typeface="Rubik"/>
                <a:ea typeface="Rubik"/>
                <a:cs typeface="Rubik"/>
              </a:rPr>
              <a:t>2.3%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C2E6FC-D725-4AA0-9892-65F5A511C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3152775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2400" b="1" i="0">
                <a:solidFill>
                  <a:srgbClr val="D7DDD8"/>
                </a:solidFill>
                <a:latin typeface="Noto Sans"/>
                <a:ea typeface="Noto Sans"/>
                <a:cs typeface="Noto Sans"/>
              </a:defRPr>
            </a:defPPr>
            <a:lvl1pPr algn="ctr">
              <a:defRPr sz="2400" b="1" i="0">
                <a:solidFill>
                  <a:srgbClr val="D7DDD8"/>
                </a:solidFill>
                <a:latin typeface="Noto Sans"/>
                <a:ea typeface="Noto Sans"/>
                <a:cs typeface="Noto Sans"/>
              </a:defRPr>
            </a:lvl1pPr>
            <a:lvl2pPr algn="ctr">
              <a:defRPr sz="2400" b="1" i="0">
                <a:solidFill>
                  <a:srgbClr val="D7DDD8"/>
                </a:solidFill>
                <a:latin typeface="Noto Sans"/>
                <a:ea typeface="Noto Sans"/>
                <a:cs typeface="Noto Sans"/>
              </a:defRPr>
            </a:lvl2pPr>
            <a:lvl3pPr algn="ctr">
              <a:defRPr sz="2400" b="1" i="0">
                <a:solidFill>
                  <a:srgbClr val="D7DDD8"/>
                </a:solidFill>
                <a:latin typeface="Noto Sans"/>
                <a:ea typeface="Noto Sans"/>
                <a:cs typeface="Noto Sans"/>
              </a:defRPr>
            </a:lvl3pPr>
            <a:lvl4pPr algn="ctr">
              <a:defRPr sz="2400" b="1" i="0">
                <a:solidFill>
                  <a:srgbClr val="D7DDD8"/>
                </a:solidFill>
                <a:latin typeface="Noto Sans"/>
                <a:ea typeface="Noto Sans"/>
                <a:cs typeface="Noto Sans"/>
              </a:defRPr>
            </a:lvl4pPr>
            <a:lvl5pPr algn="ctr">
              <a:defRPr sz="2400" b="1" i="0">
                <a:solidFill>
                  <a:srgbClr val="D7DDD8"/>
                </a:solidFill>
                <a:latin typeface="Noto Sans"/>
                <a:ea typeface="Noto Sans"/>
                <a:cs typeface="Noto Sans"/>
              </a:defRPr>
            </a:lvl5pPr>
            <a:lvl6pPr algn="ctr">
              <a:defRPr sz="2400" b="1" i="0">
                <a:solidFill>
                  <a:srgbClr val="D7DDD8"/>
                </a:solidFill>
                <a:latin typeface="Noto Sans"/>
                <a:ea typeface="Noto Sans"/>
                <a:cs typeface="Noto Sans"/>
              </a:defRPr>
            </a:lvl6pPr>
            <a:lvl7pPr algn="ctr">
              <a:defRPr sz="2400" b="1" i="0">
                <a:solidFill>
                  <a:srgbClr val="D7DDD8"/>
                </a:solidFill>
                <a:latin typeface="Noto Sans"/>
                <a:ea typeface="Noto Sans"/>
                <a:cs typeface="Noto Sans"/>
              </a:defRPr>
            </a:lvl7pPr>
            <a:lvl8pPr algn="ctr">
              <a:defRPr sz="2400" b="1" i="0">
                <a:solidFill>
                  <a:srgbClr val="D7DDD8"/>
                </a:solidFill>
                <a:latin typeface="Noto Sans"/>
                <a:ea typeface="Noto Sans"/>
                <a:cs typeface="Noto Sans"/>
              </a:defRPr>
            </a:lvl8pPr>
            <a:lvl9pPr algn="ctr">
              <a:defRPr sz="2400" b="1" i="0">
                <a:solidFill>
                  <a:srgbClr val="D7DDD8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ctr">
              <a:defRPr sz="2400" b="1" i="0">
                <a:solidFill>
                  <a:srgbClr val="D7DDD8"/>
                </a:solidFill>
                <a:latin typeface="Noto Sans"/>
                <a:ea typeface="Noto Sans"/>
                <a:cs typeface="Noto Sans"/>
              </a:defRPr>
            </a:pPr>
            <a:r>
              <a:rPr sz="2400" b="1" i="0">
                <a:solidFill>
                  <a:srgbClr val="D7DDD8"/>
                </a:solidFill>
                <a:latin typeface="Noto Sans"/>
                <a:ea typeface="Noto Sans"/>
                <a:cs typeface="Noto Sans"/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357D10-395D-4CB7-AA45-89AA21103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124200"/>
            <a:ext cx="161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2700" b="1" i="0">
                <a:solidFill>
                  <a:srgbClr val="D13D77"/>
                </a:solidFill>
                <a:latin typeface="Rubik"/>
                <a:ea typeface="Rubik"/>
                <a:cs typeface="Rubik"/>
              </a:defRPr>
            </a:defPPr>
            <a:lvl1pPr algn="l">
              <a:defRPr sz="2700" b="1" i="0">
                <a:solidFill>
                  <a:srgbClr val="D13D77"/>
                </a:solidFill>
                <a:latin typeface="Rubik"/>
                <a:ea typeface="Rubik"/>
                <a:cs typeface="Rubik"/>
              </a:defRPr>
            </a:lvl1pPr>
            <a:lvl2pPr algn="l">
              <a:defRPr sz="2700" b="1" i="0">
                <a:solidFill>
                  <a:srgbClr val="D13D77"/>
                </a:solidFill>
                <a:latin typeface="Rubik"/>
                <a:ea typeface="Rubik"/>
                <a:cs typeface="Rubik"/>
              </a:defRPr>
            </a:lvl2pPr>
            <a:lvl3pPr algn="l">
              <a:defRPr sz="2700" b="1" i="0">
                <a:solidFill>
                  <a:srgbClr val="D13D77"/>
                </a:solidFill>
                <a:latin typeface="Rubik"/>
                <a:ea typeface="Rubik"/>
                <a:cs typeface="Rubik"/>
              </a:defRPr>
            </a:lvl3pPr>
            <a:lvl4pPr algn="l">
              <a:defRPr sz="2700" b="1" i="0">
                <a:solidFill>
                  <a:srgbClr val="D13D77"/>
                </a:solidFill>
                <a:latin typeface="Rubik"/>
                <a:ea typeface="Rubik"/>
                <a:cs typeface="Rubik"/>
              </a:defRPr>
            </a:lvl4pPr>
            <a:lvl5pPr algn="l">
              <a:defRPr sz="2700" b="1" i="0">
                <a:solidFill>
                  <a:srgbClr val="D13D77"/>
                </a:solidFill>
                <a:latin typeface="Rubik"/>
                <a:ea typeface="Rubik"/>
                <a:cs typeface="Rubik"/>
              </a:defRPr>
            </a:lvl5pPr>
            <a:lvl6pPr algn="l">
              <a:defRPr sz="2700" b="1" i="0">
                <a:solidFill>
                  <a:srgbClr val="D13D77"/>
                </a:solidFill>
                <a:latin typeface="Rubik"/>
                <a:ea typeface="Rubik"/>
                <a:cs typeface="Rubik"/>
              </a:defRPr>
            </a:lvl6pPr>
            <a:lvl7pPr algn="l">
              <a:defRPr sz="2700" b="1" i="0">
                <a:solidFill>
                  <a:srgbClr val="D13D77"/>
                </a:solidFill>
                <a:latin typeface="Rubik"/>
                <a:ea typeface="Rubik"/>
                <a:cs typeface="Rubik"/>
              </a:defRPr>
            </a:lvl7pPr>
            <a:lvl8pPr algn="l">
              <a:defRPr sz="2700" b="1" i="0">
                <a:solidFill>
                  <a:srgbClr val="D13D77"/>
                </a:solidFill>
                <a:latin typeface="Rubik"/>
                <a:ea typeface="Rubik"/>
                <a:cs typeface="Rubik"/>
              </a:defRPr>
            </a:lvl8pPr>
            <a:lvl9pPr algn="l">
              <a:defRPr sz="2700" b="1" i="0">
                <a:solidFill>
                  <a:srgbClr val="D13D77"/>
                </a:solidFill>
                <a:latin typeface="Rubik"/>
                <a:ea typeface="Rubik"/>
                <a:cs typeface="Rubik"/>
              </a:defRPr>
            </a:lvl9pPr>
          </a:lstStyle>
          <a:p xmlns:a="http://schemas.openxmlformats.org/drawingml/2006/main">
            <a:pPr algn="l">
              <a:defRPr sz="2700" b="1" i="0">
                <a:solidFill>
                  <a:srgbClr val="D13D77"/>
                </a:solidFill>
                <a:latin typeface="Rubik"/>
                <a:ea typeface="Rubik"/>
                <a:cs typeface="Rubik"/>
              </a:defRPr>
            </a:pPr>
            <a:r>
              <a:rPr sz="2700" b="1" i="0">
                <a:solidFill>
                  <a:srgbClr val="D13D77"/>
                </a:solidFill>
                <a:latin typeface="Rubik"/>
                <a:ea typeface="Rubik"/>
                <a:cs typeface="Rubik"/>
              </a:rPr>
              <a:t>16.3%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4CB6748-7B86-4E18-97A8-CDE05E9F2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94335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2850" b="1" i="0">
                <a:solidFill>
                  <a:srgbClr val="D13D77"/>
                </a:solidFill>
                <a:latin typeface="Rubik"/>
                <a:ea typeface="Rubik"/>
                <a:cs typeface="Rubik"/>
              </a:defRPr>
            </a:defPPr>
            <a:lvl1pPr algn="l">
              <a:defRPr sz="2850" b="1" i="0">
                <a:solidFill>
                  <a:srgbClr val="D13D77"/>
                </a:solidFill>
                <a:latin typeface="Rubik"/>
                <a:ea typeface="Rubik"/>
                <a:cs typeface="Rubik"/>
              </a:defRPr>
            </a:lvl1pPr>
            <a:lvl2pPr algn="l">
              <a:defRPr sz="2850" b="1" i="0">
                <a:solidFill>
                  <a:srgbClr val="D13D77"/>
                </a:solidFill>
                <a:latin typeface="Rubik"/>
                <a:ea typeface="Rubik"/>
                <a:cs typeface="Rubik"/>
              </a:defRPr>
            </a:lvl2pPr>
            <a:lvl3pPr algn="l">
              <a:defRPr sz="2850" b="1" i="0">
                <a:solidFill>
                  <a:srgbClr val="D13D77"/>
                </a:solidFill>
                <a:latin typeface="Rubik"/>
                <a:ea typeface="Rubik"/>
                <a:cs typeface="Rubik"/>
              </a:defRPr>
            </a:lvl3pPr>
            <a:lvl4pPr algn="l">
              <a:defRPr sz="2850" b="1" i="0">
                <a:solidFill>
                  <a:srgbClr val="D13D77"/>
                </a:solidFill>
                <a:latin typeface="Rubik"/>
                <a:ea typeface="Rubik"/>
                <a:cs typeface="Rubik"/>
              </a:defRPr>
            </a:lvl4pPr>
            <a:lvl5pPr algn="l">
              <a:defRPr sz="2850" b="1" i="0">
                <a:solidFill>
                  <a:srgbClr val="D13D77"/>
                </a:solidFill>
                <a:latin typeface="Rubik"/>
                <a:ea typeface="Rubik"/>
                <a:cs typeface="Rubik"/>
              </a:defRPr>
            </a:lvl5pPr>
            <a:lvl6pPr algn="l">
              <a:defRPr sz="2850" b="1" i="0">
                <a:solidFill>
                  <a:srgbClr val="D13D77"/>
                </a:solidFill>
                <a:latin typeface="Rubik"/>
                <a:ea typeface="Rubik"/>
                <a:cs typeface="Rubik"/>
              </a:defRPr>
            </a:lvl6pPr>
            <a:lvl7pPr algn="l">
              <a:defRPr sz="2850" b="1" i="0">
                <a:solidFill>
                  <a:srgbClr val="D13D77"/>
                </a:solidFill>
                <a:latin typeface="Rubik"/>
                <a:ea typeface="Rubik"/>
                <a:cs typeface="Rubik"/>
              </a:defRPr>
            </a:lvl7pPr>
            <a:lvl8pPr algn="l">
              <a:defRPr sz="2850" b="1" i="0">
                <a:solidFill>
                  <a:srgbClr val="D13D77"/>
                </a:solidFill>
                <a:latin typeface="Rubik"/>
                <a:ea typeface="Rubik"/>
                <a:cs typeface="Rubik"/>
              </a:defRPr>
            </a:lvl8pPr>
            <a:lvl9pPr algn="l">
              <a:defRPr sz="2850" b="1" i="0">
                <a:solidFill>
                  <a:srgbClr val="D13D77"/>
                </a:solidFill>
                <a:latin typeface="Rubik"/>
                <a:ea typeface="Rubik"/>
                <a:cs typeface="Rubik"/>
              </a:defRPr>
            </a:lvl9pPr>
          </a:lstStyle>
          <a:p xmlns:a="http://schemas.openxmlformats.org/drawingml/2006/main">
            <a:pPr algn="l">
              <a:defRPr sz="2850" b="1" i="0">
                <a:solidFill>
                  <a:srgbClr val="D13D77"/>
                </a:solidFill>
                <a:latin typeface="Rubik"/>
                <a:ea typeface="Rubik"/>
                <a:cs typeface="Rubik"/>
              </a:defRPr>
            </a:pPr>
            <a:r>
              <a:rPr sz="2850" b="1" i="0">
                <a:solidFill>
                  <a:srgbClr val="D13D77"/>
                </a:solidFill>
                <a:latin typeface="Rubik"/>
                <a:ea typeface="Rubik"/>
                <a:cs typeface="Rubik"/>
              </a:rPr>
              <a:t>+14.1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2B4B4AA-78A6-4988-9093-E9EF14787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105275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27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127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127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127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127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127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127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127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127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127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pPr>
            <a:r>
              <a:rPr sz="1275" b="0" i="0">
                <a:solidFill>
                  <a:srgbClr val="5D6B66"/>
                </a:solidFill>
                <a:latin typeface="Noto Sans"/>
                <a:ea typeface="Noto Sans"/>
                <a:cs typeface="Noto Sans"/>
              </a:rPr>
              <a:t>points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BC9A03F-5F69-4A55-A125-00D22D9F6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7244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275" b="1" i="0">
                <a:solidFill>
                  <a:srgbClr val="103D35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1275" b="1" i="0">
                <a:solidFill>
                  <a:srgbClr val="103D35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1275" b="1" i="0">
                <a:solidFill>
                  <a:srgbClr val="103D35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1275" b="1" i="0">
                <a:solidFill>
                  <a:srgbClr val="103D35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1275" b="1" i="0">
                <a:solidFill>
                  <a:srgbClr val="103D35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1275" b="1" i="0">
                <a:solidFill>
                  <a:srgbClr val="103D35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1275" b="1" i="0">
                <a:solidFill>
                  <a:srgbClr val="103D35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1275" b="1" i="0">
                <a:solidFill>
                  <a:srgbClr val="103D35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1275" b="1" i="0">
                <a:solidFill>
                  <a:srgbClr val="103D35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1275" b="1" i="0">
                <a:solidFill>
                  <a:srgbClr val="103D35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1275" b="1" i="0">
                <a:solidFill>
                  <a:srgbClr val="103D35"/>
                </a:solidFill>
                <a:latin typeface="Noto Sans"/>
                <a:ea typeface="Noto Sans"/>
                <a:cs typeface="Noto Sans"/>
              </a:defRPr>
            </a:pPr>
            <a:r>
              <a:rPr sz="1275" b="1" i="0">
                <a:solidFill>
                  <a:srgbClr val="103D35"/>
                </a:solidFill>
                <a:latin typeface="Noto Sans"/>
                <a:ea typeface="Noto Sans"/>
                <a:cs typeface="Noto Sans"/>
              </a:rPr>
              <a:t>6 → 43 correct</a:t>
            </a:r>
          </a:p>
        </p:txBody>
      </p:sp>
    </p:spTree>
    <p:extLst>
      <p:ext uri="{BB962C8B-B14F-4D97-AF65-F5344CB8AC3E}">
        <p14:creationId xmlns:p14="http://schemas.microsoft.com/office/powerpoint/2010/main" val="56795247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5D1DE6-3870-46F0-823A-DCD139944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47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255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defPPr>
            <a:lvl1pPr algn="l">
              <a:defRPr sz="255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1pPr>
            <a:lvl2pPr algn="l">
              <a:defRPr sz="255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2pPr>
            <a:lvl3pPr algn="l">
              <a:defRPr sz="255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3pPr>
            <a:lvl4pPr algn="l">
              <a:defRPr sz="255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4pPr>
            <a:lvl5pPr algn="l">
              <a:defRPr sz="255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5pPr>
            <a:lvl6pPr algn="l">
              <a:defRPr sz="255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6pPr>
            <a:lvl7pPr algn="l">
              <a:defRPr sz="255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7pPr>
            <a:lvl8pPr algn="l">
              <a:defRPr sz="255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8pPr>
            <a:lvl9pPr algn="l">
              <a:defRPr sz="255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9pPr>
          </a:lstStyle>
          <a:p xmlns:a="http://schemas.openxmlformats.org/drawingml/2006/main">
            <a:pPr algn="l">
              <a:defRPr sz="255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pPr>
            <a:r>
              <a:rPr sz="2550" b="1" i="0">
                <a:solidFill>
                  <a:srgbClr val="12211D"/>
                </a:solidFill>
                <a:latin typeface="Rubik"/>
                <a:ea typeface="Rubik"/>
                <a:cs typeface="Rubik"/>
              </a:rPr>
              <a:t>CONCH crossed 72% on prostate adenocarcinoma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0D5C3F-E187-416B-ADAC-BB98C24A0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62025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4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14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14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14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14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14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14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14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14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14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14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pPr>
            <a:r>
              <a:rPr sz="1425" b="0" i="0">
                <a:solidFill>
                  <a:srgbClr val="5D6B66"/>
                </a:solidFill>
                <a:latin typeface="Noto Sans"/>
                <a:ea typeface="Noto Sans"/>
                <a:cs typeface="Noto Sans"/>
              </a:rPr>
              <a:t>The case-specific prompt improved accuracy by 12 points across 208 PathGen cases.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A8AB93-C543-4EAA-A24B-6959882B6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D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C03D80-7725-495A-B283-F3C02F382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67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67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67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67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67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67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67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67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67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67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67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pPr>
            <a:r>
              <a:rPr sz="675" b="0" i="0">
                <a:solidFill>
                  <a:srgbClr val="5D6B66"/>
                </a:solidFill>
                <a:latin typeface="Noto Sans"/>
                <a:ea typeface="Noto Sans"/>
                <a:cs typeface="Noto Sans"/>
              </a:rPr>
              <a:t>Source: TCGA-PRAD subset, pathgen-clinical-workflow results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9879F9-AF68-442F-8FFA-CE0AA576B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5151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r">
              <a:defRPr sz="825" b="1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defPPr>
            <a:lvl1pPr algn="r">
              <a:defRPr sz="825" b="1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1pPr>
            <a:lvl2pPr algn="r">
              <a:defRPr sz="825" b="1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2pPr>
            <a:lvl3pPr algn="r">
              <a:defRPr sz="825" b="1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3pPr>
            <a:lvl4pPr algn="r">
              <a:defRPr sz="825" b="1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4pPr>
            <a:lvl5pPr algn="r">
              <a:defRPr sz="825" b="1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5pPr>
            <a:lvl6pPr algn="r">
              <a:defRPr sz="825" b="1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6pPr>
            <a:lvl7pPr algn="r">
              <a:defRPr sz="825" b="1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7pPr>
            <a:lvl8pPr algn="r">
              <a:defRPr sz="825" b="1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8pPr>
            <a:lvl9pPr algn="r">
              <a:defRPr sz="825" b="1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r">
              <a:defRPr sz="825" b="1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pPr>
            <a:r>
              <a:rPr sz="825" b="1" i="0">
                <a:solidFill>
                  <a:srgbClr val="5D6B66"/>
                </a:solidFill>
                <a:latin typeface="Noto Sans"/>
                <a:ea typeface="Noto Sans"/>
                <a:cs typeface="Noto Sans"/>
              </a:rPr>
              <a:t>14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82F1F9A3-E44D-46D3-8DD0-EE26359012BE}"/>
              </a:ext>
            </a:extLst>
          </p:cNvPr>
          <p:cNvGraphicFramePr/>
          <p:nvPr/>
        </p:nvGraphicFramePr>
        <p:xfrm>
          <a:off xmlns:a="http://schemas.openxmlformats.org/drawingml/2006/main" x="704850" y="1676400"/>
          <a:ext xmlns:a="http://schemas.openxmlformats.org/drawingml/2006/main" cx="7239000" cy="35052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4298019cac54318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C41703-81B0-40D0-9FBD-718D9468F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905000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3150" b="1" i="0">
                <a:solidFill>
                  <a:srgbClr val="D13D77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3150" b="1" i="0">
                <a:solidFill>
                  <a:srgbClr val="D13D77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3150" b="1" i="0">
                <a:solidFill>
                  <a:srgbClr val="D13D77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3150" b="1" i="0">
                <a:solidFill>
                  <a:srgbClr val="D13D77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3150" b="1" i="0">
                <a:solidFill>
                  <a:srgbClr val="D13D77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3150" b="1" i="0">
                <a:solidFill>
                  <a:srgbClr val="D13D77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3150" b="1" i="0">
                <a:solidFill>
                  <a:srgbClr val="D13D77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3150" b="1" i="0">
                <a:solidFill>
                  <a:srgbClr val="D13D77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3150" b="1" i="0">
                <a:solidFill>
                  <a:srgbClr val="D13D77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3150" b="1" i="0">
                <a:solidFill>
                  <a:srgbClr val="D13D77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3150" b="1" i="0">
                <a:solidFill>
                  <a:srgbClr val="D13D77"/>
                </a:solidFill>
                <a:latin typeface="Noto Sans"/>
                <a:ea typeface="Noto Sans"/>
                <a:cs typeface="Noto Sans"/>
              </a:defRPr>
            </a:pPr>
            <a:r>
              <a:rPr sz="3150" b="1" i="0">
                <a:solidFill>
                  <a:srgbClr val="D13D77"/>
                </a:solidFill>
                <a:latin typeface="Noto Sans"/>
                <a:ea typeface="Noto Sans"/>
                <a:cs typeface="Noto Sans"/>
              </a:rPr>
              <a:t>+12.0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97FBE7-D134-430F-9351-CDC78A573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49555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pPr>
            <a:r>
              <a: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rPr>
              <a:t>percentage points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6AC320-5C08-43EE-8882-82B259FB5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52425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2550" b="1" i="0">
                <a:solidFill>
                  <a:srgbClr val="103D35"/>
                </a:solidFill>
                <a:latin typeface="Rubik"/>
                <a:ea typeface="Rubik"/>
                <a:cs typeface="Rubik"/>
              </a:defRPr>
            </a:defPPr>
            <a:lvl1pPr algn="l">
              <a:defRPr sz="2550" b="1" i="0">
                <a:solidFill>
                  <a:srgbClr val="103D35"/>
                </a:solidFill>
                <a:latin typeface="Rubik"/>
                <a:ea typeface="Rubik"/>
                <a:cs typeface="Rubik"/>
              </a:defRPr>
            </a:lvl1pPr>
            <a:lvl2pPr algn="l">
              <a:defRPr sz="2550" b="1" i="0">
                <a:solidFill>
                  <a:srgbClr val="103D35"/>
                </a:solidFill>
                <a:latin typeface="Rubik"/>
                <a:ea typeface="Rubik"/>
                <a:cs typeface="Rubik"/>
              </a:defRPr>
            </a:lvl2pPr>
            <a:lvl3pPr algn="l">
              <a:defRPr sz="2550" b="1" i="0">
                <a:solidFill>
                  <a:srgbClr val="103D35"/>
                </a:solidFill>
                <a:latin typeface="Rubik"/>
                <a:ea typeface="Rubik"/>
                <a:cs typeface="Rubik"/>
              </a:defRPr>
            </a:lvl3pPr>
            <a:lvl4pPr algn="l">
              <a:defRPr sz="2550" b="1" i="0">
                <a:solidFill>
                  <a:srgbClr val="103D35"/>
                </a:solidFill>
                <a:latin typeface="Rubik"/>
                <a:ea typeface="Rubik"/>
                <a:cs typeface="Rubik"/>
              </a:defRPr>
            </a:lvl4pPr>
            <a:lvl5pPr algn="l">
              <a:defRPr sz="2550" b="1" i="0">
                <a:solidFill>
                  <a:srgbClr val="103D35"/>
                </a:solidFill>
                <a:latin typeface="Rubik"/>
                <a:ea typeface="Rubik"/>
                <a:cs typeface="Rubik"/>
              </a:defRPr>
            </a:lvl5pPr>
            <a:lvl6pPr algn="l">
              <a:defRPr sz="2550" b="1" i="0">
                <a:solidFill>
                  <a:srgbClr val="103D35"/>
                </a:solidFill>
                <a:latin typeface="Rubik"/>
                <a:ea typeface="Rubik"/>
                <a:cs typeface="Rubik"/>
              </a:defRPr>
            </a:lvl6pPr>
            <a:lvl7pPr algn="l">
              <a:defRPr sz="2550" b="1" i="0">
                <a:solidFill>
                  <a:srgbClr val="103D35"/>
                </a:solidFill>
                <a:latin typeface="Rubik"/>
                <a:ea typeface="Rubik"/>
                <a:cs typeface="Rubik"/>
              </a:defRPr>
            </a:lvl7pPr>
            <a:lvl8pPr algn="l">
              <a:defRPr sz="2550" b="1" i="0">
                <a:solidFill>
                  <a:srgbClr val="103D35"/>
                </a:solidFill>
                <a:latin typeface="Rubik"/>
                <a:ea typeface="Rubik"/>
                <a:cs typeface="Rubik"/>
              </a:defRPr>
            </a:lvl8pPr>
            <a:lvl9pPr algn="l">
              <a:defRPr sz="2550" b="1" i="0">
                <a:solidFill>
                  <a:srgbClr val="103D35"/>
                </a:solidFill>
                <a:latin typeface="Rubik"/>
                <a:ea typeface="Rubik"/>
                <a:cs typeface="Rubik"/>
              </a:defRPr>
            </a:lvl9pPr>
          </a:lstStyle>
          <a:p xmlns:a="http://schemas.openxmlformats.org/drawingml/2006/main">
            <a:pPr algn="l">
              <a:defRPr sz="2550" b="1" i="0">
                <a:solidFill>
                  <a:srgbClr val="103D35"/>
                </a:solidFill>
                <a:latin typeface="Rubik"/>
                <a:ea typeface="Rubik"/>
                <a:cs typeface="Rubik"/>
              </a:defRPr>
            </a:pPr>
            <a:r>
              <a:rPr sz="2550" b="1" i="0">
                <a:solidFill>
                  <a:srgbClr val="103D35"/>
                </a:solidFill>
                <a:latin typeface="Rubik"/>
                <a:ea typeface="Rubik"/>
                <a:cs typeface="Rubik"/>
              </a:rPr>
              <a:t>125 → 150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7F126F-284A-4040-8349-F4AEBF321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0957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pPr>
            <a:r>
              <a: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rPr>
              <a:t>correct cases</a:t>
            </a:r>
          </a:p>
        </p:txBody>
      </p:sp>
    </p:spTree>
    <p:extLst>
      <p:ext uri="{BB962C8B-B14F-4D97-AF65-F5344CB8AC3E}">
        <p14:creationId xmlns:p14="http://schemas.microsoft.com/office/powerpoint/2010/main" val="117085310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B20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A04DFA-5586-4AA1-9A01-EA5DC6B13EE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2f556e7d2c440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3A5633-6063-4B5D-9D95-F368955E4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579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r">
              <a:defRPr sz="750" b="1" i="0">
                <a:solidFill>
                  <a:srgbClr val="A9BBB5"/>
                </a:solidFill>
                <a:latin typeface="Noto Sans"/>
                <a:ea typeface="Noto Sans"/>
                <a:cs typeface="Noto Sans"/>
              </a:defRPr>
            </a:defPPr>
            <a:lvl1pPr algn="r">
              <a:defRPr sz="750" b="1" i="0">
                <a:solidFill>
                  <a:srgbClr val="A9BBB5"/>
                </a:solidFill>
                <a:latin typeface="Noto Sans"/>
                <a:ea typeface="Noto Sans"/>
                <a:cs typeface="Noto Sans"/>
              </a:defRPr>
            </a:lvl1pPr>
            <a:lvl2pPr algn="r">
              <a:defRPr sz="750" b="1" i="0">
                <a:solidFill>
                  <a:srgbClr val="A9BBB5"/>
                </a:solidFill>
                <a:latin typeface="Noto Sans"/>
                <a:ea typeface="Noto Sans"/>
                <a:cs typeface="Noto Sans"/>
              </a:defRPr>
            </a:lvl2pPr>
            <a:lvl3pPr algn="r">
              <a:defRPr sz="750" b="1" i="0">
                <a:solidFill>
                  <a:srgbClr val="A9BBB5"/>
                </a:solidFill>
                <a:latin typeface="Noto Sans"/>
                <a:ea typeface="Noto Sans"/>
                <a:cs typeface="Noto Sans"/>
              </a:defRPr>
            </a:lvl3pPr>
            <a:lvl4pPr algn="r">
              <a:defRPr sz="750" b="1" i="0">
                <a:solidFill>
                  <a:srgbClr val="A9BBB5"/>
                </a:solidFill>
                <a:latin typeface="Noto Sans"/>
                <a:ea typeface="Noto Sans"/>
                <a:cs typeface="Noto Sans"/>
              </a:defRPr>
            </a:lvl4pPr>
            <a:lvl5pPr algn="r">
              <a:defRPr sz="750" b="1" i="0">
                <a:solidFill>
                  <a:srgbClr val="A9BBB5"/>
                </a:solidFill>
                <a:latin typeface="Noto Sans"/>
                <a:ea typeface="Noto Sans"/>
                <a:cs typeface="Noto Sans"/>
              </a:defRPr>
            </a:lvl5pPr>
            <a:lvl6pPr algn="r">
              <a:defRPr sz="750" b="1" i="0">
                <a:solidFill>
                  <a:srgbClr val="A9BBB5"/>
                </a:solidFill>
                <a:latin typeface="Noto Sans"/>
                <a:ea typeface="Noto Sans"/>
                <a:cs typeface="Noto Sans"/>
              </a:defRPr>
            </a:lvl6pPr>
            <a:lvl7pPr algn="r">
              <a:defRPr sz="750" b="1" i="0">
                <a:solidFill>
                  <a:srgbClr val="A9BBB5"/>
                </a:solidFill>
                <a:latin typeface="Noto Sans"/>
                <a:ea typeface="Noto Sans"/>
                <a:cs typeface="Noto Sans"/>
              </a:defRPr>
            </a:lvl7pPr>
            <a:lvl8pPr algn="r">
              <a:defRPr sz="750" b="1" i="0">
                <a:solidFill>
                  <a:srgbClr val="A9BBB5"/>
                </a:solidFill>
                <a:latin typeface="Noto Sans"/>
                <a:ea typeface="Noto Sans"/>
                <a:cs typeface="Noto Sans"/>
              </a:defRPr>
            </a:lvl8pPr>
            <a:lvl9pPr algn="r">
              <a:defRPr sz="750" b="1" i="0">
                <a:solidFill>
                  <a:srgbClr val="A9BBB5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r">
              <a:defRPr sz="750" b="1" i="0">
                <a:solidFill>
                  <a:srgbClr val="A9BBB5"/>
                </a:solidFill>
                <a:latin typeface="Noto Sans"/>
                <a:ea typeface="Noto Sans"/>
                <a:cs typeface="Noto Sans"/>
              </a:defRPr>
            </a:pPr>
            <a:r>
              <a:rPr sz="750" b="1" i="0">
                <a:solidFill>
                  <a:srgbClr val="A9BBB5"/>
                </a:solidFill>
                <a:latin typeface="Noto Sans"/>
                <a:ea typeface="Noto Sans"/>
                <a:cs typeface="Noto Sans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20324154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1C5AB6-621F-44D6-88E7-08E141003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47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255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defPPr>
            <a:lvl1pPr algn="l">
              <a:defRPr sz="255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1pPr>
            <a:lvl2pPr algn="l">
              <a:defRPr sz="255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2pPr>
            <a:lvl3pPr algn="l">
              <a:defRPr sz="255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3pPr>
            <a:lvl4pPr algn="l">
              <a:defRPr sz="255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4pPr>
            <a:lvl5pPr algn="l">
              <a:defRPr sz="255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5pPr>
            <a:lvl6pPr algn="l">
              <a:defRPr sz="255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6pPr>
            <a:lvl7pPr algn="l">
              <a:defRPr sz="255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7pPr>
            <a:lvl8pPr algn="l">
              <a:defRPr sz="255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8pPr>
            <a:lvl9pPr algn="l">
              <a:defRPr sz="255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9pPr>
          </a:lstStyle>
          <a:p xmlns:a="http://schemas.openxmlformats.org/drawingml/2006/main">
            <a:pPr algn="l">
              <a:defRPr sz="255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pPr>
            <a:r>
              <a:rPr sz="2550" b="1" i="0">
                <a:solidFill>
                  <a:srgbClr val="12211D"/>
                </a:solidFill>
                <a:latin typeface="Rubik"/>
                <a:ea typeface="Rubik"/>
                <a:cs typeface="Rubik"/>
              </a:rPr>
              <a:t>Independent tuning added 4.4 points for two models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B95C96-973E-4409-ADED-C0BFDF462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62025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4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14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14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14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14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14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14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14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14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14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14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pPr>
            <a:r>
              <a:rPr sz="1425" b="0" i="0">
                <a:solidFill>
                  <a:srgbClr val="5D6B66"/>
                </a:solidFill>
                <a:latin typeface="Noto Sans"/>
                <a:ea typeface="Noto Sans"/>
                <a:cs typeface="Noto Sans"/>
              </a:rPr>
              <a:t>The search used a development set, confirmation set, and frozen 450-image held-out lung test for each model.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6097E3-6345-4393-ABA9-035EBA346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D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B1AAC6-EF5E-455E-8EBE-785E8926F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67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67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67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67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67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67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67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67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67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67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67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pPr>
            <a:r>
              <a:rPr sz="675" b="0" i="0">
                <a:solidFill>
                  <a:srgbClr val="5D6B66"/>
                </a:solidFill>
                <a:latin typeface="Noto Sans"/>
                <a:ea typeface="Noto Sans"/>
                <a:cs typeface="Noto Sans"/>
              </a:rPr>
              <a:t>Source: benchmarks/lc25000-tuning results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0630BB-BE80-43BD-BD2C-5910BE1D4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5151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r">
              <a:defRPr sz="825" b="1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defPPr>
            <a:lvl1pPr algn="r">
              <a:defRPr sz="825" b="1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1pPr>
            <a:lvl2pPr algn="r">
              <a:defRPr sz="825" b="1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2pPr>
            <a:lvl3pPr algn="r">
              <a:defRPr sz="825" b="1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3pPr>
            <a:lvl4pPr algn="r">
              <a:defRPr sz="825" b="1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4pPr>
            <a:lvl5pPr algn="r">
              <a:defRPr sz="825" b="1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5pPr>
            <a:lvl6pPr algn="r">
              <a:defRPr sz="825" b="1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6pPr>
            <a:lvl7pPr algn="r">
              <a:defRPr sz="825" b="1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7pPr>
            <a:lvl8pPr algn="r">
              <a:defRPr sz="825" b="1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8pPr>
            <a:lvl9pPr algn="r">
              <a:defRPr sz="825" b="1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r">
              <a:defRPr sz="825" b="1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pPr>
            <a:r>
              <a:rPr sz="825" b="1" i="0">
                <a:solidFill>
                  <a:srgbClr val="5D6B66"/>
                </a:solidFill>
                <a:latin typeface="Noto Sans"/>
                <a:ea typeface="Noto Sans"/>
                <a:cs typeface="Noto Sans"/>
              </a:rPr>
              <a:t>16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D92BFC04-0B5E-4271-826E-32F13246ECE6}"/>
              </a:ext>
            </a:extLst>
          </p:cNvPr>
          <p:cNvGraphicFramePr/>
          <p:nvPr/>
        </p:nvGraphicFramePr>
        <p:xfrm>
          <a:off xmlns:a="http://schemas.openxmlformats.org/drawingml/2006/main" x="742950" y="1581150"/>
          <a:ext xmlns:a="http://schemas.openxmlformats.org/drawingml/2006/main" cx="7239000" cy="39433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742028be072476b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E7DADC-B17C-4E52-8654-51FFC04DA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943100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3150" b="1" i="0">
                <a:solidFill>
                  <a:srgbClr val="D13D77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3150" b="1" i="0">
                <a:solidFill>
                  <a:srgbClr val="D13D77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3150" b="1" i="0">
                <a:solidFill>
                  <a:srgbClr val="D13D77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3150" b="1" i="0">
                <a:solidFill>
                  <a:srgbClr val="D13D77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3150" b="1" i="0">
                <a:solidFill>
                  <a:srgbClr val="D13D77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3150" b="1" i="0">
                <a:solidFill>
                  <a:srgbClr val="D13D77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3150" b="1" i="0">
                <a:solidFill>
                  <a:srgbClr val="D13D77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3150" b="1" i="0">
                <a:solidFill>
                  <a:srgbClr val="D13D77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3150" b="1" i="0">
                <a:solidFill>
                  <a:srgbClr val="D13D77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3150" b="1" i="0">
                <a:solidFill>
                  <a:srgbClr val="D13D77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3150" b="1" i="0">
                <a:solidFill>
                  <a:srgbClr val="D13D77"/>
                </a:solidFill>
                <a:latin typeface="Noto Sans"/>
                <a:ea typeface="Noto Sans"/>
                <a:cs typeface="Noto Sans"/>
              </a:defRPr>
            </a:pPr>
            <a:r>
              <a:rPr sz="3150" b="1" i="0">
                <a:solidFill>
                  <a:srgbClr val="D13D77"/>
                </a:solidFill>
                <a:latin typeface="Noto Sans"/>
                <a:ea typeface="Noto Sans"/>
                <a:cs typeface="Noto Sans"/>
              </a:rPr>
              <a:t>+20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334500-57A3-469E-8EA3-01AB1B117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53365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pPr>
            <a:r>
              <a: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rPr>
              <a:t>MUSK correct cases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561EF9-ED7D-4D09-A840-9973E8970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486150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3150" b="1" i="0">
                <a:solidFill>
                  <a:srgbClr val="007D68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3150" b="1" i="0">
                <a:solidFill>
                  <a:srgbClr val="007D68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3150" b="1" i="0">
                <a:solidFill>
                  <a:srgbClr val="007D68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3150" b="1" i="0">
                <a:solidFill>
                  <a:srgbClr val="007D68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3150" b="1" i="0">
                <a:solidFill>
                  <a:srgbClr val="007D68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3150" b="1" i="0">
                <a:solidFill>
                  <a:srgbClr val="007D68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3150" b="1" i="0">
                <a:solidFill>
                  <a:srgbClr val="007D68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3150" b="1" i="0">
                <a:solidFill>
                  <a:srgbClr val="007D68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3150" b="1" i="0">
                <a:solidFill>
                  <a:srgbClr val="007D68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3150" b="1" i="0">
                <a:solidFill>
                  <a:srgbClr val="007D68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3150" b="1" i="0">
                <a:solidFill>
                  <a:srgbClr val="007D68"/>
                </a:solidFill>
                <a:latin typeface="Noto Sans"/>
                <a:ea typeface="Noto Sans"/>
                <a:cs typeface="Noto Sans"/>
              </a:defRPr>
            </a:pPr>
            <a:r>
              <a:rPr sz="3150" b="1" i="0">
                <a:solidFill>
                  <a:srgbClr val="007D68"/>
                </a:solidFill>
                <a:latin typeface="Noto Sans"/>
                <a:ea typeface="Noto Sans"/>
                <a:cs typeface="Noto Sans"/>
              </a:rPr>
              <a:t>+20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345AA9-2442-4846-AAF8-16608A519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07670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pPr>
            <a:r>
              <a: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rPr>
              <a:t>PLIP correct cases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329608-3236-46C2-929C-521A51AB7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762500"/>
            <a:ext cx="2609850" cy="647700"/>
          </a:xfrm>
          <a:prstGeom xmlns:a="http://schemas.openxmlformats.org/drawingml/2006/main" prst="wedgeRoundRectCallout">
            <a:avLst>
              <a:gd name="adj1" fmla="val -90876"/>
              <a:gd name="adj2" fmla="val -144118"/>
              <a:gd name="adj3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6A3F7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DD1188-21C3-4DD8-923E-4FB19EB45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886325"/>
            <a:ext cx="2266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125" b="1" i="0">
                <a:solidFill>
                  <a:srgbClr val="12211D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1125" b="1" i="0">
                <a:solidFill>
                  <a:srgbClr val="12211D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1125" b="1" i="0">
                <a:solidFill>
                  <a:srgbClr val="12211D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1125" b="1" i="0">
                <a:solidFill>
                  <a:srgbClr val="12211D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1125" b="1" i="0">
                <a:solidFill>
                  <a:srgbClr val="12211D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1125" b="1" i="0">
                <a:solidFill>
                  <a:srgbClr val="12211D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1125" b="1" i="0">
                <a:solidFill>
                  <a:srgbClr val="12211D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1125" b="1" i="0">
                <a:solidFill>
                  <a:srgbClr val="12211D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1125" b="1" i="0">
                <a:solidFill>
                  <a:srgbClr val="12211D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1125" b="1" i="0">
                <a:solidFill>
                  <a:srgbClr val="12211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1125" b="1" i="0">
                <a:solidFill>
                  <a:srgbClr val="12211D"/>
                </a:solidFill>
                <a:latin typeface="Noto Sans"/>
                <a:ea typeface="Noto Sans"/>
                <a:cs typeface="Noto Sans"/>
              </a:defRPr>
            </a:pPr>
            <a:r>
              <a:rPr sz="1125" b="1" i="0">
                <a:solidFill>
                  <a:srgbClr val="12211D"/>
                </a:solidFill>
                <a:latin typeface="Noto Sans"/>
                <a:ea typeface="Noto Sans"/>
                <a:cs typeface="Noto Sans"/>
              </a:rPr>
              <a:t>Each model received its own prompt search.</a:t>
            </a:r>
          </a:p>
        </p:txBody>
      </p:sp>
    </p:spTree>
    <p:extLst>
      <p:ext uri="{BB962C8B-B14F-4D97-AF65-F5344CB8AC3E}">
        <p14:creationId xmlns:p14="http://schemas.microsoft.com/office/powerpoint/2010/main" val="142130591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3755AB-B1EE-4FF5-ADBB-E4201ED80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47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255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defPPr>
            <a:lvl1pPr algn="l">
              <a:defRPr sz="255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1pPr>
            <a:lvl2pPr algn="l">
              <a:defRPr sz="255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2pPr>
            <a:lvl3pPr algn="l">
              <a:defRPr sz="255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3pPr>
            <a:lvl4pPr algn="l">
              <a:defRPr sz="255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4pPr>
            <a:lvl5pPr algn="l">
              <a:defRPr sz="255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5pPr>
            <a:lvl6pPr algn="l">
              <a:defRPr sz="255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6pPr>
            <a:lvl7pPr algn="l">
              <a:defRPr sz="255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7pPr>
            <a:lvl8pPr algn="l">
              <a:defRPr sz="255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8pPr>
            <a:lvl9pPr algn="l">
              <a:defRPr sz="255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9pPr>
          </a:lstStyle>
          <a:p xmlns:a="http://schemas.openxmlformats.org/drawingml/2006/main">
            <a:pPr algn="l">
              <a:defRPr sz="255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pPr>
            <a:r>
              <a:rPr sz="2550" b="1" i="0">
                <a:solidFill>
                  <a:srgbClr val="12211D"/>
                </a:solidFill>
                <a:latin typeface="Rubik"/>
                <a:ea typeface="Rubik"/>
                <a:cs typeface="Rubik"/>
              </a:rPr>
              <a:t>One tuned template added 66 correct MUSK predictions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7A7748-AB71-4260-8FEF-49869E2CF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62025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4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14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14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14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14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14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14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14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14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14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14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pPr>
            <a:r>
              <a:rPr sz="1425" b="0" i="0">
                <a:solidFill>
                  <a:srgbClr val="5D6B66"/>
                </a:solidFill>
                <a:latin typeface="Noto Sans"/>
                <a:ea typeface="Noto Sans"/>
                <a:cs typeface="Noto Sans"/>
              </a:rPr>
              <a:t>Held-out evaluation covered lung, colon, CRC9 tissue classes, and PatchCamelyon metastasis.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6930C0-CDC3-4311-BCB7-DBB3A72DB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D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20F153-2E7D-4923-B858-7888C8456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67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67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67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67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67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67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67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67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67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67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67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pPr>
            <a:r>
              <a:rPr sz="675" b="0" i="0">
                <a:solidFill>
                  <a:srgbClr val="5D6B66"/>
                </a:solidFill>
                <a:latin typeface="Noto Sans"/>
                <a:ea typeface="Noto Sans"/>
                <a:cs typeface="Noto Sans"/>
              </a:rPr>
              <a:t>Source: origin/validated-prompt-tuning at 5ae7423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BCDFC2-BA1F-417B-A161-E7331C2E3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5151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r">
              <a:defRPr sz="825" b="1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defPPr>
            <a:lvl1pPr algn="r">
              <a:defRPr sz="825" b="1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1pPr>
            <a:lvl2pPr algn="r">
              <a:defRPr sz="825" b="1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2pPr>
            <a:lvl3pPr algn="r">
              <a:defRPr sz="825" b="1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3pPr>
            <a:lvl4pPr algn="r">
              <a:defRPr sz="825" b="1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4pPr>
            <a:lvl5pPr algn="r">
              <a:defRPr sz="825" b="1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5pPr>
            <a:lvl6pPr algn="r">
              <a:defRPr sz="825" b="1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6pPr>
            <a:lvl7pPr algn="r">
              <a:defRPr sz="825" b="1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7pPr>
            <a:lvl8pPr algn="r">
              <a:defRPr sz="825" b="1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8pPr>
            <a:lvl9pPr algn="r">
              <a:defRPr sz="825" b="1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r">
              <a:defRPr sz="825" b="1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pPr>
            <a:r>
              <a:rPr sz="825" b="1" i="0">
                <a:solidFill>
                  <a:srgbClr val="5D6B66"/>
                </a:solidFill>
                <a:latin typeface="Noto Sans"/>
                <a:ea typeface="Noto Sans"/>
                <a:cs typeface="Noto Sans"/>
              </a:rPr>
              <a:t>17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0828B5-A9FE-4B9B-A227-DC121B9F2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7640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800" b="1" i="0">
                <a:solidFill>
                  <a:srgbClr val="103D35"/>
                </a:solidFill>
                <a:latin typeface="Rubik"/>
                <a:ea typeface="Rubik"/>
                <a:cs typeface="Rubik"/>
              </a:defRPr>
            </a:defPPr>
            <a:lvl1pPr algn="l">
              <a:defRPr sz="1800" b="1" i="0">
                <a:solidFill>
                  <a:srgbClr val="103D35"/>
                </a:solidFill>
                <a:latin typeface="Rubik"/>
                <a:ea typeface="Rubik"/>
                <a:cs typeface="Rubik"/>
              </a:defRPr>
            </a:lvl1pPr>
            <a:lvl2pPr algn="l">
              <a:defRPr sz="1800" b="1" i="0">
                <a:solidFill>
                  <a:srgbClr val="103D35"/>
                </a:solidFill>
                <a:latin typeface="Rubik"/>
                <a:ea typeface="Rubik"/>
                <a:cs typeface="Rubik"/>
              </a:defRPr>
            </a:lvl2pPr>
            <a:lvl3pPr algn="l">
              <a:defRPr sz="1800" b="1" i="0">
                <a:solidFill>
                  <a:srgbClr val="103D35"/>
                </a:solidFill>
                <a:latin typeface="Rubik"/>
                <a:ea typeface="Rubik"/>
                <a:cs typeface="Rubik"/>
              </a:defRPr>
            </a:lvl3pPr>
            <a:lvl4pPr algn="l">
              <a:defRPr sz="1800" b="1" i="0">
                <a:solidFill>
                  <a:srgbClr val="103D35"/>
                </a:solidFill>
                <a:latin typeface="Rubik"/>
                <a:ea typeface="Rubik"/>
                <a:cs typeface="Rubik"/>
              </a:defRPr>
            </a:lvl4pPr>
            <a:lvl5pPr algn="l">
              <a:defRPr sz="1800" b="1" i="0">
                <a:solidFill>
                  <a:srgbClr val="103D35"/>
                </a:solidFill>
                <a:latin typeface="Rubik"/>
                <a:ea typeface="Rubik"/>
                <a:cs typeface="Rubik"/>
              </a:defRPr>
            </a:lvl5pPr>
            <a:lvl6pPr algn="l">
              <a:defRPr sz="1800" b="1" i="0">
                <a:solidFill>
                  <a:srgbClr val="103D35"/>
                </a:solidFill>
                <a:latin typeface="Rubik"/>
                <a:ea typeface="Rubik"/>
                <a:cs typeface="Rubik"/>
              </a:defRPr>
            </a:lvl6pPr>
            <a:lvl7pPr algn="l">
              <a:defRPr sz="1800" b="1" i="0">
                <a:solidFill>
                  <a:srgbClr val="103D35"/>
                </a:solidFill>
                <a:latin typeface="Rubik"/>
                <a:ea typeface="Rubik"/>
                <a:cs typeface="Rubik"/>
              </a:defRPr>
            </a:lvl7pPr>
            <a:lvl8pPr algn="l">
              <a:defRPr sz="1800" b="1" i="0">
                <a:solidFill>
                  <a:srgbClr val="103D35"/>
                </a:solidFill>
                <a:latin typeface="Rubik"/>
                <a:ea typeface="Rubik"/>
                <a:cs typeface="Rubik"/>
              </a:defRPr>
            </a:lvl8pPr>
            <a:lvl9pPr algn="l">
              <a:defRPr sz="1800" b="1" i="0">
                <a:solidFill>
                  <a:srgbClr val="103D35"/>
                </a:solidFill>
                <a:latin typeface="Rubik"/>
                <a:ea typeface="Rubik"/>
                <a:cs typeface="Rubik"/>
              </a:defRPr>
            </a:lvl9pPr>
          </a:lstStyle>
          <a:p xmlns:a="http://schemas.openxmlformats.org/drawingml/2006/main">
            <a:pPr algn="l">
              <a:defRPr sz="1800" b="1" i="0">
                <a:solidFill>
                  <a:srgbClr val="103D35"/>
                </a:solidFill>
                <a:latin typeface="Rubik"/>
                <a:ea typeface="Rubik"/>
                <a:cs typeface="Rubik"/>
              </a:defRPr>
            </a:pPr>
            <a:r>
              <a:rPr sz="1800" b="1" i="0">
                <a:solidFill>
                  <a:srgbClr val="103D35"/>
                </a:solidFill>
                <a:latin typeface="Rubik"/>
                <a:ea typeface="Rubik"/>
                <a:cs typeface="Rubik"/>
              </a:rPr>
              <a:t>Four tasks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770AB8-D23A-4E7B-AAE7-AB4F8501D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09800"/>
            <a:ext cx="28194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500" b="0" i="0">
                <a:solidFill>
                  <a:srgbClr val="12211D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1500" b="0" i="0">
                <a:solidFill>
                  <a:srgbClr val="12211D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1500" b="0" i="0">
                <a:solidFill>
                  <a:srgbClr val="12211D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1500" b="0" i="0">
                <a:solidFill>
                  <a:srgbClr val="12211D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1500" b="0" i="0">
                <a:solidFill>
                  <a:srgbClr val="12211D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1500" b="0" i="0">
                <a:solidFill>
                  <a:srgbClr val="12211D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1500" b="0" i="0">
                <a:solidFill>
                  <a:srgbClr val="12211D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1500" b="0" i="0">
                <a:solidFill>
                  <a:srgbClr val="12211D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1500" b="0" i="0">
                <a:solidFill>
                  <a:srgbClr val="12211D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1500" b="0" i="0">
                <a:solidFill>
                  <a:srgbClr val="12211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marL="203200" indent="-101600" algn="l">
              <a:spcAft>
                <a:spcPts val="700"/>
              </a:spcAft>
              <a:buChar char="•"/>
              <a:defRPr sz="1500" b="0" i="0">
                <a:solidFill>
                  <a:srgbClr val="12211D"/>
                </a:solidFill>
                <a:latin typeface="Noto Sans"/>
                <a:ea typeface="Noto Sans"/>
                <a:cs typeface="Noto Sans"/>
              </a:defRPr>
            </a:pPr>
            <a:r>
              <a:rPr sz="1500">
                <a:solidFill>
                  <a:srgbClr val="12211D"/>
                </a:solidFill>
                <a:latin typeface="Noto Sans"/>
                <a:ea typeface="Noto Sans"/>
                <a:cs typeface="Noto Sans"/>
              </a:rPr>
              <a:t>LC25000 lung</a:t>
            </a:r>
          </a:p>
          <a:p xmlns:a="http://schemas.openxmlformats.org/drawingml/2006/main">
            <a:pPr marL="203200" indent="-101600" algn="l">
              <a:spcAft>
                <a:spcPts val="700"/>
              </a:spcAft>
              <a:buChar char="•"/>
              <a:defRPr sz="1500" b="0" i="0">
                <a:solidFill>
                  <a:srgbClr val="12211D"/>
                </a:solidFill>
                <a:latin typeface="Noto Sans"/>
                <a:ea typeface="Noto Sans"/>
                <a:cs typeface="Noto Sans"/>
              </a:defRPr>
            </a:pPr>
            <a:r>
              <a:rPr sz="1500">
                <a:solidFill>
                  <a:srgbClr val="12211D"/>
                </a:solidFill>
                <a:latin typeface="Noto Sans"/>
                <a:ea typeface="Noto Sans"/>
                <a:cs typeface="Noto Sans"/>
              </a:rPr>
              <a:t>LC25000 colon</a:t>
            </a:r>
          </a:p>
          <a:p xmlns:a="http://schemas.openxmlformats.org/drawingml/2006/main">
            <a:pPr marL="203200" indent="-101600" algn="l">
              <a:spcAft>
                <a:spcPts val="700"/>
              </a:spcAft>
              <a:buChar char="•"/>
              <a:defRPr sz="1500" b="0" i="0">
                <a:solidFill>
                  <a:srgbClr val="12211D"/>
                </a:solidFill>
                <a:latin typeface="Noto Sans"/>
                <a:ea typeface="Noto Sans"/>
                <a:cs typeface="Noto Sans"/>
              </a:defRPr>
            </a:pPr>
            <a:r>
              <a:rPr sz="1500">
                <a:solidFill>
                  <a:srgbClr val="12211D"/>
                </a:solidFill>
                <a:latin typeface="Noto Sans"/>
                <a:ea typeface="Noto Sans"/>
                <a:cs typeface="Noto Sans"/>
              </a:rPr>
              <a:t>CRC9 tissue classes</a:t>
            </a:r>
          </a:p>
          <a:p xmlns:a="http://schemas.openxmlformats.org/drawingml/2006/main">
            <a:pPr marL="203200" indent="-101600" algn="l">
              <a:spcAft>
                <a:spcPts val="700"/>
              </a:spcAft>
              <a:buChar char="•"/>
              <a:defRPr sz="1500" b="0" i="0">
                <a:solidFill>
                  <a:srgbClr val="12211D"/>
                </a:solidFill>
                <a:latin typeface="Noto Sans"/>
                <a:ea typeface="Noto Sans"/>
                <a:cs typeface="Noto Sans"/>
              </a:defRPr>
            </a:pPr>
            <a:r>
              <a:rPr sz="1500">
                <a:solidFill>
                  <a:srgbClr val="12211D"/>
                </a:solidFill>
                <a:latin typeface="Noto Sans"/>
                <a:ea typeface="Noto Sans"/>
                <a:cs typeface="Noto Sans"/>
              </a:rPr>
              <a:t>PatchCamelyon metastasis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B9630A-F54B-4E10-9888-F17DF61F4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562100"/>
            <a:ext cx="7086600" cy="3676650"/>
          </a:xfrm>
          <a:prstGeom xmlns:a="http://schemas.openxmlformats.org/drawingml/2006/main" prst="roundRect">
            <a:avLst>
              <a:gd name="adj" fmla="val 569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D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C27EC5-8453-4920-8EDD-491D3A1A9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8859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500" b="1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1500" b="1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1500" b="1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1500" b="1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1500" b="1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1500" b="1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1500" b="1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1500" b="1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1500" b="1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1500" b="1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1500" b="1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pPr>
            <a:r>
              <a:rPr sz="1500" b="1" i="0">
                <a:solidFill>
                  <a:srgbClr val="5D6B66"/>
                </a:solidFill>
                <a:latin typeface="Noto Sans"/>
                <a:ea typeface="Noto Sans"/>
                <a:cs typeface="Noto Sans"/>
              </a:rPr>
              <a:t>MUSK held-out total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CA4DB7-3953-4AA5-B314-696DC1653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400300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3150" b="1" i="0">
                <a:solidFill>
                  <a:srgbClr val="103D35"/>
                </a:solidFill>
                <a:latin typeface="Rubik"/>
                <a:ea typeface="Rubik"/>
                <a:cs typeface="Rubik"/>
              </a:defRPr>
            </a:defPPr>
            <a:lvl1pPr algn="l">
              <a:defRPr sz="3150" b="1" i="0">
                <a:solidFill>
                  <a:srgbClr val="103D35"/>
                </a:solidFill>
                <a:latin typeface="Rubik"/>
                <a:ea typeface="Rubik"/>
                <a:cs typeface="Rubik"/>
              </a:defRPr>
            </a:lvl1pPr>
            <a:lvl2pPr algn="l">
              <a:defRPr sz="3150" b="1" i="0">
                <a:solidFill>
                  <a:srgbClr val="103D35"/>
                </a:solidFill>
                <a:latin typeface="Rubik"/>
                <a:ea typeface="Rubik"/>
                <a:cs typeface="Rubik"/>
              </a:defRPr>
            </a:lvl2pPr>
            <a:lvl3pPr algn="l">
              <a:defRPr sz="3150" b="1" i="0">
                <a:solidFill>
                  <a:srgbClr val="103D35"/>
                </a:solidFill>
                <a:latin typeface="Rubik"/>
                <a:ea typeface="Rubik"/>
                <a:cs typeface="Rubik"/>
              </a:defRPr>
            </a:lvl3pPr>
            <a:lvl4pPr algn="l">
              <a:defRPr sz="3150" b="1" i="0">
                <a:solidFill>
                  <a:srgbClr val="103D35"/>
                </a:solidFill>
                <a:latin typeface="Rubik"/>
                <a:ea typeface="Rubik"/>
                <a:cs typeface="Rubik"/>
              </a:defRPr>
            </a:lvl4pPr>
            <a:lvl5pPr algn="l">
              <a:defRPr sz="3150" b="1" i="0">
                <a:solidFill>
                  <a:srgbClr val="103D35"/>
                </a:solidFill>
                <a:latin typeface="Rubik"/>
                <a:ea typeface="Rubik"/>
                <a:cs typeface="Rubik"/>
              </a:defRPr>
            </a:lvl5pPr>
            <a:lvl6pPr algn="l">
              <a:defRPr sz="3150" b="1" i="0">
                <a:solidFill>
                  <a:srgbClr val="103D35"/>
                </a:solidFill>
                <a:latin typeface="Rubik"/>
                <a:ea typeface="Rubik"/>
                <a:cs typeface="Rubik"/>
              </a:defRPr>
            </a:lvl6pPr>
            <a:lvl7pPr algn="l">
              <a:defRPr sz="3150" b="1" i="0">
                <a:solidFill>
                  <a:srgbClr val="103D35"/>
                </a:solidFill>
                <a:latin typeface="Rubik"/>
                <a:ea typeface="Rubik"/>
                <a:cs typeface="Rubik"/>
              </a:defRPr>
            </a:lvl7pPr>
            <a:lvl8pPr algn="l">
              <a:defRPr sz="3150" b="1" i="0">
                <a:solidFill>
                  <a:srgbClr val="103D35"/>
                </a:solidFill>
                <a:latin typeface="Rubik"/>
                <a:ea typeface="Rubik"/>
                <a:cs typeface="Rubik"/>
              </a:defRPr>
            </a:lvl8pPr>
            <a:lvl9pPr algn="l">
              <a:defRPr sz="3150" b="1" i="0">
                <a:solidFill>
                  <a:srgbClr val="103D35"/>
                </a:solidFill>
                <a:latin typeface="Rubik"/>
                <a:ea typeface="Rubik"/>
                <a:cs typeface="Rubik"/>
              </a:defRPr>
            </a:lvl9pPr>
          </a:lstStyle>
          <a:p xmlns:a="http://schemas.openxmlformats.org/drawingml/2006/main">
            <a:pPr algn="l">
              <a:defRPr sz="3150" b="1" i="0">
                <a:solidFill>
                  <a:srgbClr val="103D35"/>
                </a:solidFill>
                <a:latin typeface="Rubik"/>
                <a:ea typeface="Rubik"/>
                <a:cs typeface="Rubik"/>
              </a:defRPr>
            </a:pPr>
            <a:r>
              <a:rPr sz="3150" b="1" i="0">
                <a:solidFill>
                  <a:srgbClr val="103D35"/>
                </a:solidFill>
                <a:latin typeface="Rubik"/>
                <a:ea typeface="Rubik"/>
                <a:cs typeface="Rubik"/>
              </a:rPr>
              <a:t>1,444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E6DD94-A697-4A04-8F70-9FFEFF8DE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9718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20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120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120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120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120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120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120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120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120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120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120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pPr>
            <a:r>
              <a:rPr sz="1200" b="0" i="0">
                <a:solidFill>
                  <a:srgbClr val="5D6B66"/>
                </a:solidFill>
                <a:latin typeface="Noto Sans"/>
                <a:ea typeface="Noto Sans"/>
                <a:cs typeface="Noto Sans"/>
              </a:rPr>
              <a:t>baseline correct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D16263-0A2D-4917-808B-798A570EA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4955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2250" b="1" i="0">
                <a:solidFill>
                  <a:srgbClr val="D7DDD8"/>
                </a:solidFill>
                <a:latin typeface="Noto Sans"/>
                <a:ea typeface="Noto Sans"/>
                <a:cs typeface="Noto Sans"/>
              </a:defRPr>
            </a:defPPr>
            <a:lvl1pPr algn="ctr">
              <a:defRPr sz="2250" b="1" i="0">
                <a:solidFill>
                  <a:srgbClr val="D7DDD8"/>
                </a:solidFill>
                <a:latin typeface="Noto Sans"/>
                <a:ea typeface="Noto Sans"/>
                <a:cs typeface="Noto Sans"/>
              </a:defRPr>
            </a:lvl1pPr>
            <a:lvl2pPr algn="ctr">
              <a:defRPr sz="2250" b="1" i="0">
                <a:solidFill>
                  <a:srgbClr val="D7DDD8"/>
                </a:solidFill>
                <a:latin typeface="Noto Sans"/>
                <a:ea typeface="Noto Sans"/>
                <a:cs typeface="Noto Sans"/>
              </a:defRPr>
            </a:lvl2pPr>
            <a:lvl3pPr algn="ctr">
              <a:defRPr sz="2250" b="1" i="0">
                <a:solidFill>
                  <a:srgbClr val="D7DDD8"/>
                </a:solidFill>
                <a:latin typeface="Noto Sans"/>
                <a:ea typeface="Noto Sans"/>
                <a:cs typeface="Noto Sans"/>
              </a:defRPr>
            </a:lvl3pPr>
            <a:lvl4pPr algn="ctr">
              <a:defRPr sz="2250" b="1" i="0">
                <a:solidFill>
                  <a:srgbClr val="D7DDD8"/>
                </a:solidFill>
                <a:latin typeface="Noto Sans"/>
                <a:ea typeface="Noto Sans"/>
                <a:cs typeface="Noto Sans"/>
              </a:defRPr>
            </a:lvl4pPr>
            <a:lvl5pPr algn="ctr">
              <a:defRPr sz="2250" b="1" i="0">
                <a:solidFill>
                  <a:srgbClr val="D7DDD8"/>
                </a:solidFill>
                <a:latin typeface="Noto Sans"/>
                <a:ea typeface="Noto Sans"/>
                <a:cs typeface="Noto Sans"/>
              </a:defRPr>
            </a:lvl5pPr>
            <a:lvl6pPr algn="ctr">
              <a:defRPr sz="2250" b="1" i="0">
                <a:solidFill>
                  <a:srgbClr val="D7DDD8"/>
                </a:solidFill>
                <a:latin typeface="Noto Sans"/>
                <a:ea typeface="Noto Sans"/>
                <a:cs typeface="Noto Sans"/>
              </a:defRPr>
            </a:lvl6pPr>
            <a:lvl7pPr algn="ctr">
              <a:defRPr sz="2250" b="1" i="0">
                <a:solidFill>
                  <a:srgbClr val="D7DDD8"/>
                </a:solidFill>
                <a:latin typeface="Noto Sans"/>
                <a:ea typeface="Noto Sans"/>
                <a:cs typeface="Noto Sans"/>
              </a:defRPr>
            </a:lvl7pPr>
            <a:lvl8pPr algn="ctr">
              <a:defRPr sz="2250" b="1" i="0">
                <a:solidFill>
                  <a:srgbClr val="D7DDD8"/>
                </a:solidFill>
                <a:latin typeface="Noto Sans"/>
                <a:ea typeface="Noto Sans"/>
                <a:cs typeface="Noto Sans"/>
              </a:defRPr>
            </a:lvl8pPr>
            <a:lvl9pPr algn="ctr">
              <a:defRPr sz="2250" b="1" i="0">
                <a:solidFill>
                  <a:srgbClr val="D7DDD8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ctr">
              <a:defRPr sz="2250" b="1" i="0">
                <a:solidFill>
                  <a:srgbClr val="D7DDD8"/>
                </a:solidFill>
                <a:latin typeface="Noto Sans"/>
                <a:ea typeface="Noto Sans"/>
                <a:cs typeface="Noto Sans"/>
              </a:defRPr>
            </a:pPr>
            <a:r>
              <a:rPr sz="2250" b="1" i="0">
                <a:solidFill>
                  <a:srgbClr val="D7DDD8"/>
                </a:solidFill>
                <a:latin typeface="Noto Sans"/>
                <a:ea typeface="Noto Sans"/>
                <a:cs typeface="Noto Sans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2F1D01-59AD-452F-8214-498458B06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400300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3150" b="1" i="0">
                <a:solidFill>
                  <a:srgbClr val="D13D77"/>
                </a:solidFill>
                <a:latin typeface="Rubik"/>
                <a:ea typeface="Rubik"/>
                <a:cs typeface="Rubik"/>
              </a:defRPr>
            </a:defPPr>
            <a:lvl1pPr algn="l">
              <a:defRPr sz="3150" b="1" i="0">
                <a:solidFill>
                  <a:srgbClr val="D13D77"/>
                </a:solidFill>
                <a:latin typeface="Rubik"/>
                <a:ea typeface="Rubik"/>
                <a:cs typeface="Rubik"/>
              </a:defRPr>
            </a:lvl1pPr>
            <a:lvl2pPr algn="l">
              <a:defRPr sz="3150" b="1" i="0">
                <a:solidFill>
                  <a:srgbClr val="D13D77"/>
                </a:solidFill>
                <a:latin typeface="Rubik"/>
                <a:ea typeface="Rubik"/>
                <a:cs typeface="Rubik"/>
              </a:defRPr>
            </a:lvl2pPr>
            <a:lvl3pPr algn="l">
              <a:defRPr sz="3150" b="1" i="0">
                <a:solidFill>
                  <a:srgbClr val="D13D77"/>
                </a:solidFill>
                <a:latin typeface="Rubik"/>
                <a:ea typeface="Rubik"/>
                <a:cs typeface="Rubik"/>
              </a:defRPr>
            </a:lvl3pPr>
            <a:lvl4pPr algn="l">
              <a:defRPr sz="3150" b="1" i="0">
                <a:solidFill>
                  <a:srgbClr val="D13D77"/>
                </a:solidFill>
                <a:latin typeface="Rubik"/>
                <a:ea typeface="Rubik"/>
                <a:cs typeface="Rubik"/>
              </a:defRPr>
            </a:lvl4pPr>
            <a:lvl5pPr algn="l">
              <a:defRPr sz="3150" b="1" i="0">
                <a:solidFill>
                  <a:srgbClr val="D13D77"/>
                </a:solidFill>
                <a:latin typeface="Rubik"/>
                <a:ea typeface="Rubik"/>
                <a:cs typeface="Rubik"/>
              </a:defRPr>
            </a:lvl5pPr>
            <a:lvl6pPr algn="l">
              <a:defRPr sz="3150" b="1" i="0">
                <a:solidFill>
                  <a:srgbClr val="D13D77"/>
                </a:solidFill>
                <a:latin typeface="Rubik"/>
                <a:ea typeface="Rubik"/>
                <a:cs typeface="Rubik"/>
              </a:defRPr>
            </a:lvl6pPr>
            <a:lvl7pPr algn="l">
              <a:defRPr sz="3150" b="1" i="0">
                <a:solidFill>
                  <a:srgbClr val="D13D77"/>
                </a:solidFill>
                <a:latin typeface="Rubik"/>
                <a:ea typeface="Rubik"/>
                <a:cs typeface="Rubik"/>
              </a:defRPr>
            </a:lvl7pPr>
            <a:lvl8pPr algn="l">
              <a:defRPr sz="3150" b="1" i="0">
                <a:solidFill>
                  <a:srgbClr val="D13D77"/>
                </a:solidFill>
                <a:latin typeface="Rubik"/>
                <a:ea typeface="Rubik"/>
                <a:cs typeface="Rubik"/>
              </a:defRPr>
            </a:lvl8pPr>
            <a:lvl9pPr algn="l">
              <a:defRPr sz="3150" b="1" i="0">
                <a:solidFill>
                  <a:srgbClr val="D13D77"/>
                </a:solidFill>
                <a:latin typeface="Rubik"/>
                <a:ea typeface="Rubik"/>
                <a:cs typeface="Rubik"/>
              </a:defRPr>
            </a:lvl9pPr>
          </a:lstStyle>
          <a:p xmlns:a="http://schemas.openxmlformats.org/drawingml/2006/main">
            <a:pPr algn="l">
              <a:defRPr sz="3150" b="1" i="0">
                <a:solidFill>
                  <a:srgbClr val="D13D77"/>
                </a:solidFill>
                <a:latin typeface="Rubik"/>
                <a:ea typeface="Rubik"/>
                <a:cs typeface="Rubik"/>
              </a:defRPr>
            </a:pPr>
            <a:r>
              <a:rPr sz="3150" b="1" i="0">
                <a:solidFill>
                  <a:srgbClr val="D13D77"/>
                </a:solidFill>
                <a:latin typeface="Rubik"/>
                <a:ea typeface="Rubik"/>
                <a:cs typeface="Rubik"/>
              </a:rPr>
              <a:t>1,510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CE424B-0376-4148-BF1E-B14BB391C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9718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20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120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120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120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120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120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120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120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120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120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120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pPr>
            <a:r>
              <a:rPr sz="1200" b="0" i="0">
                <a:solidFill>
                  <a:srgbClr val="5D6B66"/>
                </a:solidFill>
                <a:latin typeface="Noto Sans"/>
                <a:ea typeface="Noto Sans"/>
                <a:cs typeface="Noto Sans"/>
              </a:rPr>
              <a:t>tuned correct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85861F-5A17-49EC-8600-4645C8419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543300"/>
            <a:ext cx="6191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DD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FF0BF9-2CA4-4A0F-A2D1-0D7612B64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48100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2550" b="1" i="0">
                <a:solidFill>
                  <a:srgbClr val="007D68"/>
                </a:solidFill>
                <a:latin typeface="Rubik"/>
                <a:ea typeface="Rubik"/>
                <a:cs typeface="Rubik"/>
              </a:defRPr>
            </a:defPPr>
            <a:lvl1pPr algn="l">
              <a:defRPr sz="2550" b="1" i="0">
                <a:solidFill>
                  <a:srgbClr val="007D68"/>
                </a:solidFill>
                <a:latin typeface="Rubik"/>
                <a:ea typeface="Rubik"/>
                <a:cs typeface="Rubik"/>
              </a:defRPr>
            </a:lvl1pPr>
            <a:lvl2pPr algn="l">
              <a:defRPr sz="2550" b="1" i="0">
                <a:solidFill>
                  <a:srgbClr val="007D68"/>
                </a:solidFill>
                <a:latin typeface="Rubik"/>
                <a:ea typeface="Rubik"/>
                <a:cs typeface="Rubik"/>
              </a:defRPr>
            </a:lvl2pPr>
            <a:lvl3pPr algn="l">
              <a:defRPr sz="2550" b="1" i="0">
                <a:solidFill>
                  <a:srgbClr val="007D68"/>
                </a:solidFill>
                <a:latin typeface="Rubik"/>
                <a:ea typeface="Rubik"/>
                <a:cs typeface="Rubik"/>
              </a:defRPr>
            </a:lvl3pPr>
            <a:lvl4pPr algn="l">
              <a:defRPr sz="2550" b="1" i="0">
                <a:solidFill>
                  <a:srgbClr val="007D68"/>
                </a:solidFill>
                <a:latin typeface="Rubik"/>
                <a:ea typeface="Rubik"/>
                <a:cs typeface="Rubik"/>
              </a:defRPr>
            </a:lvl4pPr>
            <a:lvl5pPr algn="l">
              <a:defRPr sz="2550" b="1" i="0">
                <a:solidFill>
                  <a:srgbClr val="007D68"/>
                </a:solidFill>
                <a:latin typeface="Rubik"/>
                <a:ea typeface="Rubik"/>
                <a:cs typeface="Rubik"/>
              </a:defRPr>
            </a:lvl5pPr>
            <a:lvl6pPr algn="l">
              <a:defRPr sz="2550" b="1" i="0">
                <a:solidFill>
                  <a:srgbClr val="007D68"/>
                </a:solidFill>
                <a:latin typeface="Rubik"/>
                <a:ea typeface="Rubik"/>
                <a:cs typeface="Rubik"/>
              </a:defRPr>
            </a:lvl6pPr>
            <a:lvl7pPr algn="l">
              <a:defRPr sz="2550" b="1" i="0">
                <a:solidFill>
                  <a:srgbClr val="007D68"/>
                </a:solidFill>
                <a:latin typeface="Rubik"/>
                <a:ea typeface="Rubik"/>
                <a:cs typeface="Rubik"/>
              </a:defRPr>
            </a:lvl7pPr>
            <a:lvl8pPr algn="l">
              <a:defRPr sz="2550" b="1" i="0">
                <a:solidFill>
                  <a:srgbClr val="007D68"/>
                </a:solidFill>
                <a:latin typeface="Rubik"/>
                <a:ea typeface="Rubik"/>
                <a:cs typeface="Rubik"/>
              </a:defRPr>
            </a:lvl8pPr>
            <a:lvl9pPr algn="l">
              <a:defRPr sz="2550" b="1" i="0">
                <a:solidFill>
                  <a:srgbClr val="007D68"/>
                </a:solidFill>
                <a:latin typeface="Rubik"/>
                <a:ea typeface="Rubik"/>
                <a:cs typeface="Rubik"/>
              </a:defRPr>
            </a:lvl9pPr>
          </a:lstStyle>
          <a:p xmlns:a="http://schemas.openxmlformats.org/drawingml/2006/main">
            <a:pPr algn="l">
              <a:defRPr sz="2550" b="1" i="0">
                <a:solidFill>
                  <a:srgbClr val="007D68"/>
                </a:solidFill>
                <a:latin typeface="Rubik"/>
                <a:ea typeface="Rubik"/>
                <a:cs typeface="Rubik"/>
              </a:defRPr>
            </a:pPr>
            <a:r>
              <a:rPr sz="2550" b="1" i="0">
                <a:solidFill>
                  <a:srgbClr val="007D68"/>
                </a:solidFill>
                <a:latin typeface="Rubik"/>
                <a:ea typeface="Rubik"/>
                <a:cs typeface="Rubik"/>
              </a:rPr>
              <a:t>+66 correct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0B79AE-2FC1-4B1B-8CD2-6FB343643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9243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575" b="1" i="0">
                <a:solidFill>
                  <a:srgbClr val="6A3F78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1575" b="1" i="0">
                <a:solidFill>
                  <a:srgbClr val="6A3F78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1575" b="1" i="0">
                <a:solidFill>
                  <a:srgbClr val="6A3F78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1575" b="1" i="0">
                <a:solidFill>
                  <a:srgbClr val="6A3F78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1575" b="1" i="0">
                <a:solidFill>
                  <a:srgbClr val="6A3F78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1575" b="1" i="0">
                <a:solidFill>
                  <a:srgbClr val="6A3F78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1575" b="1" i="0">
                <a:solidFill>
                  <a:srgbClr val="6A3F78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1575" b="1" i="0">
                <a:solidFill>
                  <a:srgbClr val="6A3F78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1575" b="1" i="0">
                <a:solidFill>
                  <a:srgbClr val="6A3F78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1575" b="1" i="0">
                <a:solidFill>
                  <a:srgbClr val="6A3F78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1575" b="1" i="0">
                <a:solidFill>
                  <a:srgbClr val="6A3F78"/>
                </a:solidFill>
                <a:latin typeface="Noto Sans"/>
                <a:ea typeface="Noto Sans"/>
                <a:cs typeface="Noto Sans"/>
              </a:defRPr>
            </a:pPr>
            <a:r>
              <a:rPr sz="1575" b="1" i="0">
                <a:solidFill>
                  <a:srgbClr val="6A3F78"/>
                </a:solidFill>
                <a:latin typeface="Noto Sans"/>
                <a:ea typeface="Noto Sans"/>
                <a:cs typeface="Noto Sans"/>
              </a:rPr>
              <a:t>CRC9: 319 → 364 correct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929216-69E7-4504-8598-5FAD04933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667250"/>
            <a:ext cx="542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350" b="1" i="0">
                <a:solidFill>
                  <a:srgbClr val="103D35"/>
                </a:solidFill>
                <a:latin typeface="Noto Sans"/>
                <a:ea typeface="Noto Sans"/>
                <a:cs typeface="Noto Sans"/>
              </a:defRPr>
            </a:defPPr>
            <a:lvl1pPr algn="ctr">
              <a:defRPr sz="1350" b="1" i="0">
                <a:solidFill>
                  <a:srgbClr val="103D35"/>
                </a:solidFill>
                <a:latin typeface="Noto Sans"/>
                <a:ea typeface="Noto Sans"/>
                <a:cs typeface="Noto Sans"/>
              </a:defRPr>
            </a:lvl1pPr>
            <a:lvl2pPr algn="ctr">
              <a:defRPr sz="1350" b="1" i="0">
                <a:solidFill>
                  <a:srgbClr val="103D35"/>
                </a:solidFill>
                <a:latin typeface="Noto Sans"/>
                <a:ea typeface="Noto Sans"/>
                <a:cs typeface="Noto Sans"/>
              </a:defRPr>
            </a:lvl2pPr>
            <a:lvl3pPr algn="ctr">
              <a:defRPr sz="1350" b="1" i="0">
                <a:solidFill>
                  <a:srgbClr val="103D35"/>
                </a:solidFill>
                <a:latin typeface="Noto Sans"/>
                <a:ea typeface="Noto Sans"/>
                <a:cs typeface="Noto Sans"/>
              </a:defRPr>
            </a:lvl3pPr>
            <a:lvl4pPr algn="ctr">
              <a:defRPr sz="1350" b="1" i="0">
                <a:solidFill>
                  <a:srgbClr val="103D35"/>
                </a:solidFill>
                <a:latin typeface="Noto Sans"/>
                <a:ea typeface="Noto Sans"/>
                <a:cs typeface="Noto Sans"/>
              </a:defRPr>
            </a:lvl4pPr>
            <a:lvl5pPr algn="ctr">
              <a:defRPr sz="1350" b="1" i="0">
                <a:solidFill>
                  <a:srgbClr val="103D35"/>
                </a:solidFill>
                <a:latin typeface="Noto Sans"/>
                <a:ea typeface="Noto Sans"/>
                <a:cs typeface="Noto Sans"/>
              </a:defRPr>
            </a:lvl5pPr>
            <a:lvl6pPr algn="ctr">
              <a:defRPr sz="1350" b="1" i="0">
                <a:solidFill>
                  <a:srgbClr val="103D35"/>
                </a:solidFill>
                <a:latin typeface="Noto Sans"/>
                <a:ea typeface="Noto Sans"/>
                <a:cs typeface="Noto Sans"/>
              </a:defRPr>
            </a:lvl6pPr>
            <a:lvl7pPr algn="ctr">
              <a:defRPr sz="1350" b="1" i="0">
                <a:solidFill>
                  <a:srgbClr val="103D35"/>
                </a:solidFill>
                <a:latin typeface="Noto Sans"/>
                <a:ea typeface="Noto Sans"/>
                <a:cs typeface="Noto Sans"/>
              </a:defRPr>
            </a:lvl7pPr>
            <a:lvl8pPr algn="ctr">
              <a:defRPr sz="1350" b="1" i="0">
                <a:solidFill>
                  <a:srgbClr val="103D35"/>
                </a:solidFill>
                <a:latin typeface="Noto Sans"/>
                <a:ea typeface="Noto Sans"/>
                <a:cs typeface="Noto Sans"/>
              </a:defRPr>
            </a:lvl8pPr>
            <a:lvl9pPr algn="ctr">
              <a:defRPr sz="1350" b="1" i="0">
                <a:solidFill>
                  <a:srgbClr val="103D35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ctr">
              <a:defRPr sz="1350" b="1" i="0">
                <a:solidFill>
                  <a:srgbClr val="103D35"/>
                </a:solidFill>
                <a:latin typeface="Noto Sans"/>
                <a:ea typeface="Noto Sans"/>
                <a:cs typeface="Noto Sans"/>
              </a:defRPr>
            </a:pPr>
            <a:r>
              <a:rPr sz="1350" b="1" i="0">
                <a:solidFill>
                  <a:srgbClr val="103D35"/>
                </a:solidFill>
                <a:latin typeface="Noto Sans"/>
                <a:ea typeface="Noto Sans"/>
                <a:cs typeface="Noto Sans"/>
              </a:rPr>
              <a:t>Shared structure + task-specific language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431CDD-9F4E-4529-B4AC-17E4C7947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619750"/>
            <a:ext cx="9067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650" b="1" i="0">
                <a:solidFill>
                  <a:srgbClr val="D13D77"/>
                </a:solidFill>
                <a:latin typeface="Rubik"/>
                <a:ea typeface="Rubik"/>
                <a:cs typeface="Rubik"/>
              </a:defRPr>
            </a:defPPr>
            <a:lvl1pPr algn="ctr">
              <a:defRPr sz="1650" b="1" i="0">
                <a:solidFill>
                  <a:srgbClr val="D13D77"/>
                </a:solidFill>
                <a:latin typeface="Rubik"/>
                <a:ea typeface="Rubik"/>
                <a:cs typeface="Rubik"/>
              </a:defRPr>
            </a:lvl1pPr>
            <a:lvl2pPr algn="ctr">
              <a:defRPr sz="1650" b="1" i="0">
                <a:solidFill>
                  <a:srgbClr val="D13D77"/>
                </a:solidFill>
                <a:latin typeface="Rubik"/>
                <a:ea typeface="Rubik"/>
                <a:cs typeface="Rubik"/>
              </a:defRPr>
            </a:lvl2pPr>
            <a:lvl3pPr algn="ctr">
              <a:defRPr sz="1650" b="1" i="0">
                <a:solidFill>
                  <a:srgbClr val="D13D77"/>
                </a:solidFill>
                <a:latin typeface="Rubik"/>
                <a:ea typeface="Rubik"/>
                <a:cs typeface="Rubik"/>
              </a:defRPr>
            </a:lvl3pPr>
            <a:lvl4pPr algn="ctr">
              <a:defRPr sz="1650" b="1" i="0">
                <a:solidFill>
                  <a:srgbClr val="D13D77"/>
                </a:solidFill>
                <a:latin typeface="Rubik"/>
                <a:ea typeface="Rubik"/>
                <a:cs typeface="Rubik"/>
              </a:defRPr>
            </a:lvl4pPr>
            <a:lvl5pPr algn="ctr">
              <a:defRPr sz="1650" b="1" i="0">
                <a:solidFill>
                  <a:srgbClr val="D13D77"/>
                </a:solidFill>
                <a:latin typeface="Rubik"/>
                <a:ea typeface="Rubik"/>
                <a:cs typeface="Rubik"/>
              </a:defRPr>
            </a:lvl5pPr>
            <a:lvl6pPr algn="ctr">
              <a:defRPr sz="1650" b="1" i="0">
                <a:solidFill>
                  <a:srgbClr val="D13D77"/>
                </a:solidFill>
                <a:latin typeface="Rubik"/>
                <a:ea typeface="Rubik"/>
                <a:cs typeface="Rubik"/>
              </a:defRPr>
            </a:lvl6pPr>
            <a:lvl7pPr algn="ctr">
              <a:defRPr sz="1650" b="1" i="0">
                <a:solidFill>
                  <a:srgbClr val="D13D77"/>
                </a:solidFill>
                <a:latin typeface="Rubik"/>
                <a:ea typeface="Rubik"/>
                <a:cs typeface="Rubik"/>
              </a:defRPr>
            </a:lvl7pPr>
            <a:lvl8pPr algn="ctr">
              <a:defRPr sz="1650" b="1" i="0">
                <a:solidFill>
                  <a:srgbClr val="D13D77"/>
                </a:solidFill>
                <a:latin typeface="Rubik"/>
                <a:ea typeface="Rubik"/>
                <a:cs typeface="Rubik"/>
              </a:defRPr>
            </a:lvl8pPr>
            <a:lvl9pPr algn="ctr">
              <a:defRPr sz="1650" b="1" i="0">
                <a:solidFill>
                  <a:srgbClr val="D13D77"/>
                </a:solidFill>
                <a:latin typeface="Rubik"/>
                <a:ea typeface="Rubik"/>
                <a:cs typeface="Rubik"/>
              </a:defRPr>
            </a:lvl9pPr>
          </a:lstStyle>
          <a:p xmlns:a="http://schemas.openxmlformats.org/drawingml/2006/main">
            <a:pPr algn="ctr">
              <a:defRPr sz="1650" b="1" i="0">
                <a:solidFill>
                  <a:srgbClr val="D13D77"/>
                </a:solidFill>
                <a:latin typeface="Rubik"/>
                <a:ea typeface="Rubik"/>
                <a:cs typeface="Rubik"/>
              </a:defRPr>
            </a:pPr>
            <a:r>
              <a:rPr sz="1650" b="1" i="0">
                <a:solidFill>
                  <a:srgbClr val="D13D77"/>
                </a:solidFill>
                <a:latin typeface="Rubik"/>
                <a:ea typeface="Rubik"/>
                <a:cs typeface="Rubik"/>
              </a:rPr>
              <a:t>Shared structure and task-specific phrases produced the 66-case gain.</a:t>
            </a:r>
          </a:p>
        </p:txBody>
      </p:sp>
    </p:spTree>
    <p:extLst>
      <p:ext uri="{BB962C8B-B14F-4D97-AF65-F5344CB8AC3E}">
        <p14:creationId xmlns:p14="http://schemas.microsoft.com/office/powerpoint/2010/main" val="99164434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96D6FD-E79D-41B8-AAB8-F6AA4FC0F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47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255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defPPr>
            <a:lvl1pPr algn="l">
              <a:defRPr sz="255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1pPr>
            <a:lvl2pPr algn="l">
              <a:defRPr sz="255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2pPr>
            <a:lvl3pPr algn="l">
              <a:defRPr sz="255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3pPr>
            <a:lvl4pPr algn="l">
              <a:defRPr sz="255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4pPr>
            <a:lvl5pPr algn="l">
              <a:defRPr sz="255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5pPr>
            <a:lvl6pPr algn="l">
              <a:defRPr sz="255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6pPr>
            <a:lvl7pPr algn="l">
              <a:defRPr sz="255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7pPr>
            <a:lvl8pPr algn="l">
              <a:defRPr sz="255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8pPr>
            <a:lvl9pPr algn="l">
              <a:defRPr sz="255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9pPr>
          </a:lstStyle>
          <a:p xmlns:a="http://schemas.openxmlformats.org/drawingml/2006/main">
            <a:pPr algn="l">
              <a:defRPr sz="255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pPr>
            <a:r>
              <a:rPr sz="2550" b="1" i="0">
                <a:solidFill>
                  <a:srgbClr val="12211D"/>
                </a:solidFill>
                <a:latin typeface="Rubik"/>
                <a:ea typeface="Rubik"/>
                <a:cs typeface="Rubik"/>
              </a:rPr>
              <a:t>One screen supports a fast clinical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2238F7-3685-4A2C-A5D4-5ED4F5DD2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62025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4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14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14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14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14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14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14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14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14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14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14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pPr>
            <a:r>
              <a:rPr sz="1425" b="0" i="0">
                <a:solidFill>
                  <a:srgbClr val="5D6B66"/>
                </a:solidFill>
                <a:latin typeface="Noto Sans"/>
                <a:ea typeface="Noto Sans"/>
                <a:cs typeface="Noto Sans"/>
              </a:rPr>
              <a:t>Inputs, model rankings, evidence, and next actions stay visible.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E8E717-2CAB-45DE-874A-0078E4ED0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D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42DD19-9FC1-4580-82B8-D875C05D9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67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67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67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67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67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67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67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67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67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67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67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pPr>
            <a:r>
              <a:rPr sz="675" b="0" i="0">
                <a:solidFill>
                  <a:srgbClr val="5D6B66"/>
                </a:solidFill>
                <a:latin typeface="Noto Sans"/>
                <a:ea typeface="Noto Sans"/>
                <a:cs typeface="Noto Sans"/>
              </a:rPr>
              <a:t>Source: implemented UI and saved demo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259726-A19E-47CD-B255-B88B4F40B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5151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r">
              <a:defRPr sz="825" b="1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defPPr>
            <a:lvl1pPr algn="r">
              <a:defRPr sz="825" b="1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1pPr>
            <a:lvl2pPr algn="r">
              <a:defRPr sz="825" b="1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2pPr>
            <a:lvl3pPr algn="r">
              <a:defRPr sz="825" b="1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3pPr>
            <a:lvl4pPr algn="r">
              <a:defRPr sz="825" b="1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4pPr>
            <a:lvl5pPr algn="r">
              <a:defRPr sz="825" b="1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5pPr>
            <a:lvl6pPr algn="r">
              <a:defRPr sz="825" b="1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6pPr>
            <a:lvl7pPr algn="r">
              <a:defRPr sz="825" b="1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7pPr>
            <a:lvl8pPr algn="r">
              <a:defRPr sz="825" b="1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8pPr>
            <a:lvl9pPr algn="r">
              <a:defRPr sz="825" b="1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r">
              <a:defRPr sz="825" b="1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pPr>
            <a:r>
              <a:rPr sz="825" b="1" i="0">
                <a:solidFill>
                  <a:srgbClr val="5D6B66"/>
                </a:solidFill>
                <a:latin typeface="Noto Sans"/>
                <a:ea typeface="Noto Sans"/>
                <a:cs typeface="Noto Sans"/>
              </a:rPr>
              <a:t>18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8F7EE2-A420-4E8E-A047-151FDD350E4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facc4f062a4546"/>
          <a:stretch xmlns:a="http://schemas.openxmlformats.org/drawingml/2006/main"/>
        </p:blipFill>
        <p:spPr>
          <a:xfrm xmlns:a="http://schemas.openxmlformats.org/drawingml/2006/main">
            <a:off x="647700" y="1756930"/>
            <a:ext cx="6191250" cy="3896591"/>
          </a:xfrm>
          <a:prstGeom xmlns:a="http://schemas.openxmlformats.org/drawingml/2006/main" prst="roundRect">
            <a:avLst>
              <a:gd name="adj" fmla="val 3404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027135-A622-4E99-BC7F-DB53DEF4D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6192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350" b="1" i="0">
                <a:solidFill>
                  <a:srgbClr val="103D35"/>
                </a:solidFill>
                <a:latin typeface="Rubik"/>
                <a:ea typeface="Rubik"/>
                <a:cs typeface="Rubik"/>
              </a:defRPr>
            </a:defPPr>
            <a:lvl1pPr algn="l">
              <a:defRPr sz="1350" b="1" i="0">
                <a:solidFill>
                  <a:srgbClr val="103D35"/>
                </a:solidFill>
                <a:latin typeface="Rubik"/>
                <a:ea typeface="Rubik"/>
                <a:cs typeface="Rubik"/>
              </a:defRPr>
            </a:lvl1pPr>
            <a:lvl2pPr algn="l">
              <a:defRPr sz="1350" b="1" i="0">
                <a:solidFill>
                  <a:srgbClr val="103D35"/>
                </a:solidFill>
                <a:latin typeface="Rubik"/>
                <a:ea typeface="Rubik"/>
                <a:cs typeface="Rubik"/>
              </a:defRPr>
            </a:lvl2pPr>
            <a:lvl3pPr algn="l">
              <a:defRPr sz="1350" b="1" i="0">
                <a:solidFill>
                  <a:srgbClr val="103D35"/>
                </a:solidFill>
                <a:latin typeface="Rubik"/>
                <a:ea typeface="Rubik"/>
                <a:cs typeface="Rubik"/>
              </a:defRPr>
            </a:lvl3pPr>
            <a:lvl4pPr algn="l">
              <a:defRPr sz="1350" b="1" i="0">
                <a:solidFill>
                  <a:srgbClr val="103D35"/>
                </a:solidFill>
                <a:latin typeface="Rubik"/>
                <a:ea typeface="Rubik"/>
                <a:cs typeface="Rubik"/>
              </a:defRPr>
            </a:lvl4pPr>
            <a:lvl5pPr algn="l">
              <a:defRPr sz="1350" b="1" i="0">
                <a:solidFill>
                  <a:srgbClr val="103D35"/>
                </a:solidFill>
                <a:latin typeface="Rubik"/>
                <a:ea typeface="Rubik"/>
                <a:cs typeface="Rubik"/>
              </a:defRPr>
            </a:lvl5pPr>
            <a:lvl6pPr algn="l">
              <a:defRPr sz="1350" b="1" i="0">
                <a:solidFill>
                  <a:srgbClr val="103D35"/>
                </a:solidFill>
                <a:latin typeface="Rubik"/>
                <a:ea typeface="Rubik"/>
                <a:cs typeface="Rubik"/>
              </a:defRPr>
            </a:lvl6pPr>
            <a:lvl7pPr algn="l">
              <a:defRPr sz="1350" b="1" i="0">
                <a:solidFill>
                  <a:srgbClr val="103D35"/>
                </a:solidFill>
                <a:latin typeface="Rubik"/>
                <a:ea typeface="Rubik"/>
                <a:cs typeface="Rubik"/>
              </a:defRPr>
            </a:lvl7pPr>
            <a:lvl8pPr algn="l">
              <a:defRPr sz="1350" b="1" i="0">
                <a:solidFill>
                  <a:srgbClr val="103D35"/>
                </a:solidFill>
                <a:latin typeface="Rubik"/>
                <a:ea typeface="Rubik"/>
                <a:cs typeface="Rubik"/>
              </a:defRPr>
            </a:lvl8pPr>
            <a:lvl9pPr algn="l">
              <a:defRPr sz="1350" b="1" i="0">
                <a:solidFill>
                  <a:srgbClr val="103D35"/>
                </a:solidFill>
                <a:latin typeface="Rubik"/>
                <a:ea typeface="Rubik"/>
                <a:cs typeface="Rubik"/>
              </a:defRPr>
            </a:lvl9pPr>
          </a:lstStyle>
          <a:p xmlns:a="http://schemas.openxmlformats.org/drawingml/2006/main">
            <a:pPr algn="l">
              <a:defRPr sz="1350" b="1" i="0">
                <a:solidFill>
                  <a:srgbClr val="103D35"/>
                </a:solidFill>
                <a:latin typeface="Rubik"/>
                <a:ea typeface="Rubik"/>
                <a:cs typeface="Rubik"/>
              </a:defRPr>
            </a:pPr>
            <a:r>
              <a:rPr sz="1350" b="1" i="0">
                <a:solidFill>
                  <a:srgbClr val="103D35"/>
                </a:solidFill>
                <a:latin typeface="Rubik"/>
                <a:ea typeface="Rubik"/>
                <a:cs typeface="Rubik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BEB6A6-5B11-43C2-8AA8-880772BB0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6192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875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defPPr>
            <a:lvl1pPr algn="l">
              <a:defRPr sz="1875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1pPr>
            <a:lvl2pPr algn="l">
              <a:defRPr sz="1875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2pPr>
            <a:lvl3pPr algn="l">
              <a:defRPr sz="1875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3pPr>
            <a:lvl4pPr algn="l">
              <a:defRPr sz="1875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4pPr>
            <a:lvl5pPr algn="l">
              <a:defRPr sz="1875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5pPr>
            <a:lvl6pPr algn="l">
              <a:defRPr sz="1875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6pPr>
            <a:lvl7pPr algn="l">
              <a:defRPr sz="1875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7pPr>
            <a:lvl8pPr algn="l">
              <a:defRPr sz="1875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8pPr>
            <a:lvl9pPr algn="l">
              <a:defRPr sz="1875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9pPr>
          </a:lstStyle>
          <a:p xmlns:a="http://schemas.openxmlformats.org/drawingml/2006/main">
            <a:pPr algn="l">
              <a:defRPr sz="1875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pPr>
            <a:r>
              <a:rPr sz="1875" b="1" i="0">
                <a:solidFill>
                  <a:srgbClr val="12211D"/>
                </a:solidFill>
                <a:latin typeface="Rubik"/>
                <a:ea typeface="Rubik"/>
                <a:cs typeface="Rubik"/>
              </a:rPr>
              <a:t>Compare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E8C4A3-4778-40FB-94A9-4FC0A9337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076450"/>
            <a:ext cx="3276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pPr>
            <a:r>
              <a: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rPr>
              <a:t>Four model perspectives on the same differential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633318-EEC8-485A-9EA4-345E75646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93370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350" b="1" i="0">
                <a:solidFill>
                  <a:srgbClr val="D13D77"/>
                </a:solidFill>
                <a:latin typeface="Rubik"/>
                <a:ea typeface="Rubik"/>
                <a:cs typeface="Rubik"/>
              </a:defRPr>
            </a:defPPr>
            <a:lvl1pPr algn="l">
              <a:defRPr sz="1350" b="1" i="0">
                <a:solidFill>
                  <a:srgbClr val="D13D77"/>
                </a:solidFill>
                <a:latin typeface="Rubik"/>
                <a:ea typeface="Rubik"/>
                <a:cs typeface="Rubik"/>
              </a:defRPr>
            </a:lvl1pPr>
            <a:lvl2pPr algn="l">
              <a:defRPr sz="1350" b="1" i="0">
                <a:solidFill>
                  <a:srgbClr val="D13D77"/>
                </a:solidFill>
                <a:latin typeface="Rubik"/>
                <a:ea typeface="Rubik"/>
                <a:cs typeface="Rubik"/>
              </a:defRPr>
            </a:lvl2pPr>
            <a:lvl3pPr algn="l">
              <a:defRPr sz="1350" b="1" i="0">
                <a:solidFill>
                  <a:srgbClr val="D13D77"/>
                </a:solidFill>
                <a:latin typeface="Rubik"/>
                <a:ea typeface="Rubik"/>
                <a:cs typeface="Rubik"/>
              </a:defRPr>
            </a:lvl3pPr>
            <a:lvl4pPr algn="l">
              <a:defRPr sz="1350" b="1" i="0">
                <a:solidFill>
                  <a:srgbClr val="D13D77"/>
                </a:solidFill>
                <a:latin typeface="Rubik"/>
                <a:ea typeface="Rubik"/>
                <a:cs typeface="Rubik"/>
              </a:defRPr>
            </a:lvl4pPr>
            <a:lvl5pPr algn="l">
              <a:defRPr sz="1350" b="1" i="0">
                <a:solidFill>
                  <a:srgbClr val="D13D77"/>
                </a:solidFill>
                <a:latin typeface="Rubik"/>
                <a:ea typeface="Rubik"/>
                <a:cs typeface="Rubik"/>
              </a:defRPr>
            </a:lvl5pPr>
            <a:lvl6pPr algn="l">
              <a:defRPr sz="1350" b="1" i="0">
                <a:solidFill>
                  <a:srgbClr val="D13D77"/>
                </a:solidFill>
                <a:latin typeface="Rubik"/>
                <a:ea typeface="Rubik"/>
                <a:cs typeface="Rubik"/>
              </a:defRPr>
            </a:lvl6pPr>
            <a:lvl7pPr algn="l">
              <a:defRPr sz="1350" b="1" i="0">
                <a:solidFill>
                  <a:srgbClr val="D13D77"/>
                </a:solidFill>
                <a:latin typeface="Rubik"/>
                <a:ea typeface="Rubik"/>
                <a:cs typeface="Rubik"/>
              </a:defRPr>
            </a:lvl7pPr>
            <a:lvl8pPr algn="l">
              <a:defRPr sz="1350" b="1" i="0">
                <a:solidFill>
                  <a:srgbClr val="D13D77"/>
                </a:solidFill>
                <a:latin typeface="Rubik"/>
                <a:ea typeface="Rubik"/>
                <a:cs typeface="Rubik"/>
              </a:defRPr>
            </a:lvl8pPr>
            <a:lvl9pPr algn="l">
              <a:defRPr sz="1350" b="1" i="0">
                <a:solidFill>
                  <a:srgbClr val="D13D77"/>
                </a:solidFill>
                <a:latin typeface="Rubik"/>
                <a:ea typeface="Rubik"/>
                <a:cs typeface="Rubik"/>
              </a:defRPr>
            </a:lvl9pPr>
          </a:lstStyle>
          <a:p xmlns:a="http://schemas.openxmlformats.org/drawingml/2006/main">
            <a:pPr algn="l">
              <a:defRPr sz="1350" b="1" i="0">
                <a:solidFill>
                  <a:srgbClr val="D13D77"/>
                </a:solidFill>
                <a:latin typeface="Rubik"/>
                <a:ea typeface="Rubik"/>
                <a:cs typeface="Rubik"/>
              </a:defRPr>
            </a:pPr>
            <a:r>
              <a:rPr sz="1350" b="1" i="0">
                <a:solidFill>
                  <a:srgbClr val="D13D77"/>
                </a:solidFill>
                <a:latin typeface="Rubik"/>
                <a:ea typeface="Rubik"/>
                <a:cs typeface="Rubik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9D3DD8-B315-4BA0-9FA0-D1E3715E4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9337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875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defPPr>
            <a:lvl1pPr algn="l">
              <a:defRPr sz="1875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1pPr>
            <a:lvl2pPr algn="l">
              <a:defRPr sz="1875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2pPr>
            <a:lvl3pPr algn="l">
              <a:defRPr sz="1875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3pPr>
            <a:lvl4pPr algn="l">
              <a:defRPr sz="1875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4pPr>
            <a:lvl5pPr algn="l">
              <a:defRPr sz="1875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5pPr>
            <a:lvl6pPr algn="l">
              <a:defRPr sz="1875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6pPr>
            <a:lvl7pPr algn="l">
              <a:defRPr sz="1875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7pPr>
            <a:lvl8pPr algn="l">
              <a:defRPr sz="1875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8pPr>
            <a:lvl9pPr algn="l">
              <a:defRPr sz="1875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9pPr>
          </a:lstStyle>
          <a:p xmlns:a="http://schemas.openxmlformats.org/drawingml/2006/main">
            <a:pPr algn="l">
              <a:defRPr sz="1875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pPr>
            <a:r>
              <a:rPr sz="1875" b="1" i="0">
                <a:solidFill>
                  <a:srgbClr val="12211D"/>
                </a:solidFill>
                <a:latin typeface="Rubik"/>
                <a:ea typeface="Rubik"/>
                <a:cs typeface="Rubik"/>
              </a:rPr>
              <a:t>Trace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972950-17CD-4E60-A71E-209A7E2EA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390900"/>
            <a:ext cx="3276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pPr>
            <a:r>
              <a: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rPr>
              <a:t>Prompts, retrieved evidence, and source passages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D78C54-B82B-4133-9FCB-73CB22BE7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2481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350" b="1" i="0">
                <a:solidFill>
                  <a:srgbClr val="E9873C"/>
                </a:solidFill>
                <a:latin typeface="Rubik"/>
                <a:ea typeface="Rubik"/>
                <a:cs typeface="Rubik"/>
              </a:defRPr>
            </a:defPPr>
            <a:lvl1pPr algn="l">
              <a:defRPr sz="1350" b="1" i="0">
                <a:solidFill>
                  <a:srgbClr val="E9873C"/>
                </a:solidFill>
                <a:latin typeface="Rubik"/>
                <a:ea typeface="Rubik"/>
                <a:cs typeface="Rubik"/>
              </a:defRPr>
            </a:lvl1pPr>
            <a:lvl2pPr algn="l">
              <a:defRPr sz="1350" b="1" i="0">
                <a:solidFill>
                  <a:srgbClr val="E9873C"/>
                </a:solidFill>
                <a:latin typeface="Rubik"/>
                <a:ea typeface="Rubik"/>
                <a:cs typeface="Rubik"/>
              </a:defRPr>
            </a:lvl2pPr>
            <a:lvl3pPr algn="l">
              <a:defRPr sz="1350" b="1" i="0">
                <a:solidFill>
                  <a:srgbClr val="E9873C"/>
                </a:solidFill>
                <a:latin typeface="Rubik"/>
                <a:ea typeface="Rubik"/>
                <a:cs typeface="Rubik"/>
              </a:defRPr>
            </a:lvl3pPr>
            <a:lvl4pPr algn="l">
              <a:defRPr sz="1350" b="1" i="0">
                <a:solidFill>
                  <a:srgbClr val="E9873C"/>
                </a:solidFill>
                <a:latin typeface="Rubik"/>
                <a:ea typeface="Rubik"/>
                <a:cs typeface="Rubik"/>
              </a:defRPr>
            </a:lvl4pPr>
            <a:lvl5pPr algn="l">
              <a:defRPr sz="1350" b="1" i="0">
                <a:solidFill>
                  <a:srgbClr val="E9873C"/>
                </a:solidFill>
                <a:latin typeface="Rubik"/>
                <a:ea typeface="Rubik"/>
                <a:cs typeface="Rubik"/>
              </a:defRPr>
            </a:lvl5pPr>
            <a:lvl6pPr algn="l">
              <a:defRPr sz="1350" b="1" i="0">
                <a:solidFill>
                  <a:srgbClr val="E9873C"/>
                </a:solidFill>
                <a:latin typeface="Rubik"/>
                <a:ea typeface="Rubik"/>
                <a:cs typeface="Rubik"/>
              </a:defRPr>
            </a:lvl6pPr>
            <a:lvl7pPr algn="l">
              <a:defRPr sz="1350" b="1" i="0">
                <a:solidFill>
                  <a:srgbClr val="E9873C"/>
                </a:solidFill>
                <a:latin typeface="Rubik"/>
                <a:ea typeface="Rubik"/>
                <a:cs typeface="Rubik"/>
              </a:defRPr>
            </a:lvl7pPr>
            <a:lvl8pPr algn="l">
              <a:defRPr sz="1350" b="1" i="0">
                <a:solidFill>
                  <a:srgbClr val="E9873C"/>
                </a:solidFill>
                <a:latin typeface="Rubik"/>
                <a:ea typeface="Rubik"/>
                <a:cs typeface="Rubik"/>
              </a:defRPr>
            </a:lvl8pPr>
            <a:lvl9pPr algn="l">
              <a:defRPr sz="1350" b="1" i="0">
                <a:solidFill>
                  <a:srgbClr val="E9873C"/>
                </a:solidFill>
                <a:latin typeface="Rubik"/>
                <a:ea typeface="Rubik"/>
                <a:cs typeface="Rubik"/>
              </a:defRPr>
            </a:lvl9pPr>
          </a:lstStyle>
          <a:p xmlns:a="http://schemas.openxmlformats.org/drawingml/2006/main">
            <a:pPr algn="l">
              <a:defRPr sz="1350" b="1" i="0">
                <a:solidFill>
                  <a:srgbClr val="E9873C"/>
                </a:solidFill>
                <a:latin typeface="Rubik"/>
                <a:ea typeface="Rubik"/>
                <a:cs typeface="Rubik"/>
              </a:defRPr>
            </a:pPr>
            <a:r>
              <a:rPr sz="1350" b="1" i="0">
                <a:solidFill>
                  <a:srgbClr val="E9873C"/>
                </a:solidFill>
                <a:latin typeface="Rubik"/>
                <a:ea typeface="Rubik"/>
                <a:cs typeface="Rubik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9CA0B0-7BB6-4A22-8CAE-2BA0DB8F5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2481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875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defPPr>
            <a:lvl1pPr algn="l">
              <a:defRPr sz="1875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1pPr>
            <a:lvl2pPr algn="l">
              <a:defRPr sz="1875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2pPr>
            <a:lvl3pPr algn="l">
              <a:defRPr sz="1875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3pPr>
            <a:lvl4pPr algn="l">
              <a:defRPr sz="1875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4pPr>
            <a:lvl5pPr algn="l">
              <a:defRPr sz="1875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5pPr>
            <a:lvl6pPr algn="l">
              <a:defRPr sz="1875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6pPr>
            <a:lvl7pPr algn="l">
              <a:defRPr sz="1875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7pPr>
            <a:lvl8pPr algn="l">
              <a:defRPr sz="1875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8pPr>
            <a:lvl9pPr algn="l">
              <a:defRPr sz="1875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9pPr>
          </a:lstStyle>
          <a:p xmlns:a="http://schemas.openxmlformats.org/drawingml/2006/main">
            <a:pPr algn="l">
              <a:defRPr sz="1875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pPr>
            <a:r>
              <a:rPr sz="1875" b="1" i="0">
                <a:solidFill>
                  <a:srgbClr val="12211D"/>
                </a:solidFill>
                <a:latin typeface="Rubik"/>
                <a:ea typeface="Rubik"/>
                <a:cs typeface="Rubik"/>
              </a:rPr>
              <a:t>Act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47E3DD-13D3-4150-98E7-EECD5044C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705350"/>
            <a:ext cx="3276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pPr>
            <a:r>
              <a:rPr sz="1350" b="0" i="0">
                <a:solidFill>
                  <a:srgbClr val="5D6B66"/>
                </a:solidFill>
                <a:latin typeface="Noto Sans"/>
                <a:ea typeface="Noto Sans"/>
                <a:cs typeface="Noto Sans"/>
              </a:rPr>
              <a:t>A concise rationale and next review step</a:t>
            </a:r>
          </a:p>
        </p:txBody>
      </p:sp>
    </p:spTree>
    <p:extLst>
      <p:ext uri="{BB962C8B-B14F-4D97-AF65-F5344CB8AC3E}">
        <p14:creationId xmlns:p14="http://schemas.microsoft.com/office/powerpoint/2010/main" val="68178010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3A0B6BE-D366-469E-8C0F-6D5CCAABC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47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255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defPPr>
            <a:lvl1pPr algn="l">
              <a:defRPr sz="255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1pPr>
            <a:lvl2pPr algn="l">
              <a:defRPr sz="255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2pPr>
            <a:lvl3pPr algn="l">
              <a:defRPr sz="255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3pPr>
            <a:lvl4pPr algn="l">
              <a:defRPr sz="255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4pPr>
            <a:lvl5pPr algn="l">
              <a:defRPr sz="255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5pPr>
            <a:lvl6pPr algn="l">
              <a:defRPr sz="255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6pPr>
            <a:lvl7pPr algn="l">
              <a:defRPr sz="255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7pPr>
            <a:lvl8pPr algn="l">
              <a:defRPr sz="255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8pPr>
            <a:lvl9pPr algn="l">
              <a:defRPr sz="255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lvl9pPr>
          </a:lstStyle>
          <a:p xmlns:a="http://schemas.openxmlformats.org/drawingml/2006/main">
            <a:pPr algn="l">
              <a:defRPr sz="2550" b="1" i="0">
                <a:solidFill>
                  <a:srgbClr val="12211D"/>
                </a:solidFill>
                <a:latin typeface="Rubik"/>
                <a:ea typeface="Rubik"/>
                <a:cs typeface="Rubik"/>
              </a:defRPr>
            </a:pPr>
            <a:r>
              <a:rPr sz="2550" b="1" i="0">
                <a:solidFill>
                  <a:srgbClr val="12211D"/>
                </a:solidFill>
                <a:latin typeface="Rubik"/>
                <a:ea typeface="Rubik"/>
                <a:cs typeface="Rubik"/>
              </a:rPr>
              <a:t>The full benchmark is reproducible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4FEFF7-958D-4EEF-B6E3-9A7A8F9C0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62025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4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14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14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14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14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14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14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14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14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14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14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pPr>
            <a:r>
              <a:rPr sz="1425" b="0" i="0">
                <a:solidFill>
                  <a:srgbClr val="5D6B66"/>
                </a:solidFill>
                <a:latin typeface="Noto Sans"/>
                <a:ea typeface="Noto Sans"/>
                <a:cs typeface="Noto Sans"/>
              </a:rPr>
              <a:t>A reusable script preserves the inputs, outputs, checksums, and workflow state.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718B91-7B03-4481-8478-0764BDD4F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D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AA2491-88B4-4A45-84A8-228AE21DB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67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67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67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67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67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67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67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67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67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67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67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pPr>
            <a:r>
              <a:rPr sz="675" b="0" i="0">
                <a:solidFill>
                  <a:srgbClr val="5D6B66"/>
                </a:solidFill>
                <a:latin typeface="Noto Sans"/>
                <a:ea typeface="Noto Sans"/>
                <a:cs typeface="Noto Sans"/>
              </a:rPr>
              <a:t>Source: scripts, manifests, case records, workflow fingerprints, tests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29D4E9-F432-4CCE-971A-0F475F41E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5151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r">
              <a:defRPr sz="825" b="1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defPPr>
            <a:lvl1pPr algn="r">
              <a:defRPr sz="825" b="1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1pPr>
            <a:lvl2pPr algn="r">
              <a:defRPr sz="825" b="1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2pPr>
            <a:lvl3pPr algn="r">
              <a:defRPr sz="825" b="1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3pPr>
            <a:lvl4pPr algn="r">
              <a:defRPr sz="825" b="1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4pPr>
            <a:lvl5pPr algn="r">
              <a:defRPr sz="825" b="1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5pPr>
            <a:lvl6pPr algn="r">
              <a:defRPr sz="825" b="1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6pPr>
            <a:lvl7pPr algn="r">
              <a:defRPr sz="825" b="1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7pPr>
            <a:lvl8pPr algn="r">
              <a:defRPr sz="825" b="1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8pPr>
            <a:lvl9pPr algn="r">
              <a:defRPr sz="825" b="1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r">
              <a:defRPr sz="825" b="1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pPr>
            <a:r>
              <a:rPr sz="825" b="1" i="0">
                <a:solidFill>
                  <a:srgbClr val="5D6B66"/>
                </a:solidFill>
                <a:latin typeface="Noto Sans"/>
                <a:ea typeface="Noto Sans"/>
                <a:cs typeface="Noto Sans"/>
              </a:rPr>
              <a:t>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73518B-6FDF-4074-A429-5052274A4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3333750" cy="167640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D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AD51BE-FD5A-4F12-9EB4-6A8A86A90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76400"/>
            <a:ext cx="2876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2250" b="1" i="0">
                <a:solidFill>
                  <a:srgbClr val="103D35"/>
                </a:solidFill>
                <a:latin typeface="Rubik"/>
                <a:ea typeface="Rubik"/>
                <a:cs typeface="Rubik"/>
              </a:defRPr>
            </a:defPPr>
            <a:lvl1pPr algn="l">
              <a:defRPr sz="2250" b="1" i="0">
                <a:solidFill>
                  <a:srgbClr val="103D35"/>
                </a:solidFill>
                <a:latin typeface="Rubik"/>
                <a:ea typeface="Rubik"/>
                <a:cs typeface="Rubik"/>
              </a:defRPr>
            </a:lvl1pPr>
            <a:lvl2pPr algn="l">
              <a:defRPr sz="2250" b="1" i="0">
                <a:solidFill>
                  <a:srgbClr val="103D35"/>
                </a:solidFill>
                <a:latin typeface="Rubik"/>
                <a:ea typeface="Rubik"/>
                <a:cs typeface="Rubik"/>
              </a:defRPr>
            </a:lvl2pPr>
            <a:lvl3pPr algn="l">
              <a:defRPr sz="2250" b="1" i="0">
                <a:solidFill>
                  <a:srgbClr val="103D35"/>
                </a:solidFill>
                <a:latin typeface="Rubik"/>
                <a:ea typeface="Rubik"/>
                <a:cs typeface="Rubik"/>
              </a:defRPr>
            </a:lvl3pPr>
            <a:lvl4pPr algn="l">
              <a:defRPr sz="2250" b="1" i="0">
                <a:solidFill>
                  <a:srgbClr val="103D35"/>
                </a:solidFill>
                <a:latin typeface="Rubik"/>
                <a:ea typeface="Rubik"/>
                <a:cs typeface="Rubik"/>
              </a:defRPr>
            </a:lvl4pPr>
            <a:lvl5pPr algn="l">
              <a:defRPr sz="2250" b="1" i="0">
                <a:solidFill>
                  <a:srgbClr val="103D35"/>
                </a:solidFill>
                <a:latin typeface="Rubik"/>
                <a:ea typeface="Rubik"/>
                <a:cs typeface="Rubik"/>
              </a:defRPr>
            </a:lvl5pPr>
            <a:lvl6pPr algn="l">
              <a:defRPr sz="2250" b="1" i="0">
                <a:solidFill>
                  <a:srgbClr val="103D35"/>
                </a:solidFill>
                <a:latin typeface="Rubik"/>
                <a:ea typeface="Rubik"/>
                <a:cs typeface="Rubik"/>
              </a:defRPr>
            </a:lvl6pPr>
            <a:lvl7pPr algn="l">
              <a:defRPr sz="2250" b="1" i="0">
                <a:solidFill>
                  <a:srgbClr val="103D35"/>
                </a:solidFill>
                <a:latin typeface="Rubik"/>
                <a:ea typeface="Rubik"/>
                <a:cs typeface="Rubik"/>
              </a:defRPr>
            </a:lvl7pPr>
            <a:lvl8pPr algn="l">
              <a:defRPr sz="2250" b="1" i="0">
                <a:solidFill>
                  <a:srgbClr val="103D35"/>
                </a:solidFill>
                <a:latin typeface="Rubik"/>
                <a:ea typeface="Rubik"/>
                <a:cs typeface="Rubik"/>
              </a:defRPr>
            </a:lvl8pPr>
            <a:lvl9pPr algn="l">
              <a:defRPr sz="2250" b="1" i="0">
                <a:solidFill>
                  <a:srgbClr val="103D35"/>
                </a:solidFill>
                <a:latin typeface="Rubik"/>
                <a:ea typeface="Rubik"/>
                <a:cs typeface="Rubik"/>
              </a:defRPr>
            </a:lvl9pPr>
          </a:lstStyle>
          <a:p xmlns:a="http://schemas.openxmlformats.org/drawingml/2006/main">
            <a:pPr algn="l">
              <a:defRPr sz="2250" b="1" i="0">
                <a:solidFill>
                  <a:srgbClr val="103D35"/>
                </a:solidFill>
                <a:latin typeface="Rubik"/>
                <a:ea typeface="Rubik"/>
                <a:cs typeface="Rubik"/>
              </a:defRPr>
            </a:pPr>
            <a:r>
              <a:rPr sz="2250" b="1" i="0">
                <a:solidFill>
                  <a:srgbClr val="103D35"/>
                </a:solidFill>
                <a:latin typeface="Rubik"/>
                <a:ea typeface="Rubik"/>
                <a:cs typeface="Rubik"/>
              </a:rPr>
              <a:t>2,141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F9A172-68E1-4041-9A70-27EA47311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14550"/>
            <a:ext cx="2876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275" b="1" i="0">
                <a:solidFill>
                  <a:srgbClr val="12211D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1275" b="1" i="0">
                <a:solidFill>
                  <a:srgbClr val="12211D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1275" b="1" i="0">
                <a:solidFill>
                  <a:srgbClr val="12211D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1275" b="1" i="0">
                <a:solidFill>
                  <a:srgbClr val="12211D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1275" b="1" i="0">
                <a:solidFill>
                  <a:srgbClr val="12211D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1275" b="1" i="0">
                <a:solidFill>
                  <a:srgbClr val="12211D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1275" b="1" i="0">
                <a:solidFill>
                  <a:srgbClr val="12211D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1275" b="1" i="0">
                <a:solidFill>
                  <a:srgbClr val="12211D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1275" b="1" i="0">
                <a:solidFill>
                  <a:srgbClr val="12211D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1275" b="1" i="0">
                <a:solidFill>
                  <a:srgbClr val="12211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1275" b="1" i="0">
                <a:solidFill>
                  <a:srgbClr val="12211D"/>
                </a:solidFill>
                <a:latin typeface="Noto Sans"/>
                <a:ea typeface="Noto Sans"/>
                <a:cs typeface="Noto Sans"/>
              </a:defRPr>
            </a:pPr>
            <a:r>
              <a:rPr sz="1275" b="1" i="0">
                <a:solidFill>
                  <a:srgbClr val="12211D"/>
                </a:solidFill>
                <a:latin typeface="Noto Sans"/>
                <a:ea typeface="Noto Sans"/>
                <a:cs typeface="Noto Sans"/>
              </a:rPr>
              <a:t>case records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565F5F-3F05-4FE6-9682-BBCEC2B78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14600"/>
            <a:ext cx="2876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1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11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11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11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11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11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11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11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11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11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11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pPr>
            <a:r>
              <a:rPr sz="1125" b="0" i="0">
                <a:solidFill>
                  <a:srgbClr val="5D6B66"/>
                </a:solidFill>
                <a:latin typeface="Noto Sans"/>
                <a:ea typeface="Noto Sans"/>
                <a:cs typeface="Noto Sans"/>
              </a:rPr>
              <a:t>Exact report, prompts, model outputs, and review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59A6F4-F29C-48E6-8C63-968DE7DA0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504950"/>
            <a:ext cx="3333750" cy="167640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D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6CF1B0-47B1-485B-89AA-8B021DB54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676400"/>
            <a:ext cx="2876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875" b="1" i="0">
                <a:solidFill>
                  <a:srgbClr val="D13D77"/>
                </a:solidFill>
                <a:latin typeface="Rubik"/>
                <a:ea typeface="Rubik"/>
                <a:cs typeface="Rubik"/>
              </a:defRPr>
            </a:defPPr>
            <a:lvl1pPr algn="l">
              <a:defRPr sz="1875" b="1" i="0">
                <a:solidFill>
                  <a:srgbClr val="D13D77"/>
                </a:solidFill>
                <a:latin typeface="Rubik"/>
                <a:ea typeface="Rubik"/>
                <a:cs typeface="Rubik"/>
              </a:defRPr>
            </a:lvl1pPr>
            <a:lvl2pPr algn="l">
              <a:defRPr sz="1875" b="1" i="0">
                <a:solidFill>
                  <a:srgbClr val="D13D77"/>
                </a:solidFill>
                <a:latin typeface="Rubik"/>
                <a:ea typeface="Rubik"/>
                <a:cs typeface="Rubik"/>
              </a:defRPr>
            </a:lvl2pPr>
            <a:lvl3pPr algn="l">
              <a:defRPr sz="1875" b="1" i="0">
                <a:solidFill>
                  <a:srgbClr val="D13D77"/>
                </a:solidFill>
                <a:latin typeface="Rubik"/>
                <a:ea typeface="Rubik"/>
                <a:cs typeface="Rubik"/>
              </a:defRPr>
            </a:lvl3pPr>
            <a:lvl4pPr algn="l">
              <a:defRPr sz="1875" b="1" i="0">
                <a:solidFill>
                  <a:srgbClr val="D13D77"/>
                </a:solidFill>
                <a:latin typeface="Rubik"/>
                <a:ea typeface="Rubik"/>
                <a:cs typeface="Rubik"/>
              </a:defRPr>
            </a:lvl4pPr>
            <a:lvl5pPr algn="l">
              <a:defRPr sz="1875" b="1" i="0">
                <a:solidFill>
                  <a:srgbClr val="D13D77"/>
                </a:solidFill>
                <a:latin typeface="Rubik"/>
                <a:ea typeface="Rubik"/>
                <a:cs typeface="Rubik"/>
              </a:defRPr>
            </a:lvl5pPr>
            <a:lvl6pPr algn="l">
              <a:defRPr sz="1875" b="1" i="0">
                <a:solidFill>
                  <a:srgbClr val="D13D77"/>
                </a:solidFill>
                <a:latin typeface="Rubik"/>
                <a:ea typeface="Rubik"/>
                <a:cs typeface="Rubik"/>
              </a:defRPr>
            </a:lvl6pPr>
            <a:lvl7pPr algn="l">
              <a:defRPr sz="1875" b="1" i="0">
                <a:solidFill>
                  <a:srgbClr val="D13D77"/>
                </a:solidFill>
                <a:latin typeface="Rubik"/>
                <a:ea typeface="Rubik"/>
                <a:cs typeface="Rubik"/>
              </a:defRPr>
            </a:lvl7pPr>
            <a:lvl8pPr algn="l">
              <a:defRPr sz="1875" b="1" i="0">
                <a:solidFill>
                  <a:srgbClr val="D13D77"/>
                </a:solidFill>
                <a:latin typeface="Rubik"/>
                <a:ea typeface="Rubik"/>
                <a:cs typeface="Rubik"/>
              </a:defRPr>
            </a:lvl8pPr>
            <a:lvl9pPr algn="l">
              <a:defRPr sz="1875" b="1" i="0">
                <a:solidFill>
                  <a:srgbClr val="D13D77"/>
                </a:solidFill>
                <a:latin typeface="Rubik"/>
                <a:ea typeface="Rubik"/>
                <a:cs typeface="Rubik"/>
              </a:defRPr>
            </a:lvl9pPr>
          </a:lstStyle>
          <a:p xmlns:a="http://schemas.openxmlformats.org/drawingml/2006/main">
            <a:pPr algn="l">
              <a:defRPr sz="1875" b="1" i="0">
                <a:solidFill>
                  <a:srgbClr val="D13D77"/>
                </a:solidFill>
                <a:latin typeface="Rubik"/>
                <a:ea typeface="Rubik"/>
                <a:cs typeface="Rubik"/>
              </a:defRPr>
            </a:pPr>
            <a:r>
              <a:rPr sz="1875" b="1" i="0">
                <a:solidFill>
                  <a:srgbClr val="D13D77"/>
                </a:solidFill>
                <a:latin typeface="Rubik"/>
                <a:ea typeface="Rubik"/>
                <a:cs typeface="Rubik"/>
              </a:rPr>
              <a:t>SHA-256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C782B1-9A71-4A27-825E-02BA6DAED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114550"/>
            <a:ext cx="2876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275" b="1" i="0">
                <a:solidFill>
                  <a:srgbClr val="12211D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1275" b="1" i="0">
                <a:solidFill>
                  <a:srgbClr val="12211D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1275" b="1" i="0">
                <a:solidFill>
                  <a:srgbClr val="12211D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1275" b="1" i="0">
                <a:solidFill>
                  <a:srgbClr val="12211D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1275" b="1" i="0">
                <a:solidFill>
                  <a:srgbClr val="12211D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1275" b="1" i="0">
                <a:solidFill>
                  <a:srgbClr val="12211D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1275" b="1" i="0">
                <a:solidFill>
                  <a:srgbClr val="12211D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1275" b="1" i="0">
                <a:solidFill>
                  <a:srgbClr val="12211D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1275" b="1" i="0">
                <a:solidFill>
                  <a:srgbClr val="12211D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1275" b="1" i="0">
                <a:solidFill>
                  <a:srgbClr val="12211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1275" b="1" i="0">
                <a:solidFill>
                  <a:srgbClr val="12211D"/>
                </a:solidFill>
                <a:latin typeface="Noto Sans"/>
                <a:ea typeface="Noto Sans"/>
                <a:cs typeface="Noto Sans"/>
              </a:defRPr>
            </a:pPr>
            <a:r>
              <a:rPr sz="1275" b="1" i="0">
                <a:solidFill>
                  <a:srgbClr val="12211D"/>
                </a:solidFill>
                <a:latin typeface="Noto Sans"/>
                <a:ea typeface="Noto Sans"/>
                <a:cs typeface="Noto Sans"/>
              </a:rPr>
              <a:t>checksums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5DA9E7-7AC4-4F01-B6EB-2F510AE62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514600"/>
            <a:ext cx="2876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1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11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11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11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11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11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11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11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11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11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11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pPr>
            <a:r>
              <a:rPr sz="1125" b="0" i="0">
                <a:solidFill>
                  <a:srgbClr val="5D6B66"/>
                </a:solidFill>
                <a:latin typeface="Noto Sans"/>
                <a:ea typeface="Noto Sans"/>
                <a:cs typeface="Noto Sans"/>
              </a:rPr>
              <a:t>Images, reports, corpus, and workflow inputs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C0883C-C9F6-4F19-910B-D8C785DB2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504950"/>
            <a:ext cx="3333750" cy="167640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D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3D4419-C8C4-4394-BF8B-FF3C6FB85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676400"/>
            <a:ext cx="2876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2250" b="1" i="0">
                <a:solidFill>
                  <a:srgbClr val="103D35"/>
                </a:solidFill>
                <a:latin typeface="Rubik"/>
                <a:ea typeface="Rubik"/>
                <a:cs typeface="Rubik"/>
              </a:defRPr>
            </a:defPPr>
            <a:lvl1pPr algn="l">
              <a:defRPr sz="2250" b="1" i="0">
                <a:solidFill>
                  <a:srgbClr val="103D35"/>
                </a:solidFill>
                <a:latin typeface="Rubik"/>
                <a:ea typeface="Rubik"/>
                <a:cs typeface="Rubik"/>
              </a:defRPr>
            </a:lvl1pPr>
            <a:lvl2pPr algn="l">
              <a:defRPr sz="2250" b="1" i="0">
                <a:solidFill>
                  <a:srgbClr val="103D35"/>
                </a:solidFill>
                <a:latin typeface="Rubik"/>
                <a:ea typeface="Rubik"/>
                <a:cs typeface="Rubik"/>
              </a:defRPr>
            </a:lvl2pPr>
            <a:lvl3pPr algn="l">
              <a:defRPr sz="2250" b="1" i="0">
                <a:solidFill>
                  <a:srgbClr val="103D35"/>
                </a:solidFill>
                <a:latin typeface="Rubik"/>
                <a:ea typeface="Rubik"/>
                <a:cs typeface="Rubik"/>
              </a:defRPr>
            </a:lvl3pPr>
            <a:lvl4pPr algn="l">
              <a:defRPr sz="2250" b="1" i="0">
                <a:solidFill>
                  <a:srgbClr val="103D35"/>
                </a:solidFill>
                <a:latin typeface="Rubik"/>
                <a:ea typeface="Rubik"/>
                <a:cs typeface="Rubik"/>
              </a:defRPr>
            </a:lvl4pPr>
            <a:lvl5pPr algn="l">
              <a:defRPr sz="2250" b="1" i="0">
                <a:solidFill>
                  <a:srgbClr val="103D35"/>
                </a:solidFill>
                <a:latin typeface="Rubik"/>
                <a:ea typeface="Rubik"/>
                <a:cs typeface="Rubik"/>
              </a:defRPr>
            </a:lvl5pPr>
            <a:lvl6pPr algn="l">
              <a:defRPr sz="2250" b="1" i="0">
                <a:solidFill>
                  <a:srgbClr val="103D35"/>
                </a:solidFill>
                <a:latin typeface="Rubik"/>
                <a:ea typeface="Rubik"/>
                <a:cs typeface="Rubik"/>
              </a:defRPr>
            </a:lvl6pPr>
            <a:lvl7pPr algn="l">
              <a:defRPr sz="2250" b="1" i="0">
                <a:solidFill>
                  <a:srgbClr val="103D35"/>
                </a:solidFill>
                <a:latin typeface="Rubik"/>
                <a:ea typeface="Rubik"/>
                <a:cs typeface="Rubik"/>
              </a:defRPr>
            </a:lvl7pPr>
            <a:lvl8pPr algn="l">
              <a:defRPr sz="2250" b="1" i="0">
                <a:solidFill>
                  <a:srgbClr val="103D35"/>
                </a:solidFill>
                <a:latin typeface="Rubik"/>
                <a:ea typeface="Rubik"/>
                <a:cs typeface="Rubik"/>
              </a:defRPr>
            </a:lvl8pPr>
            <a:lvl9pPr algn="l">
              <a:defRPr sz="2250" b="1" i="0">
                <a:solidFill>
                  <a:srgbClr val="103D35"/>
                </a:solidFill>
                <a:latin typeface="Rubik"/>
                <a:ea typeface="Rubik"/>
                <a:cs typeface="Rubik"/>
              </a:defRPr>
            </a:lvl9pPr>
          </a:lstStyle>
          <a:p xmlns:a="http://schemas.openxmlformats.org/drawingml/2006/main">
            <a:pPr algn="l">
              <a:defRPr sz="2250" b="1" i="0">
                <a:solidFill>
                  <a:srgbClr val="103D35"/>
                </a:solidFill>
                <a:latin typeface="Rubik"/>
                <a:ea typeface="Rubik"/>
                <a:cs typeface="Rubik"/>
              </a:defRPr>
            </a:pPr>
            <a:r>
              <a:rPr sz="2250" b="1" i="0">
                <a:solidFill>
                  <a:srgbClr val="103D35"/>
                </a:solidFill>
                <a:latin typeface="Rubik"/>
                <a:ea typeface="Rubik"/>
                <a:cs typeface="Rubik"/>
              </a:rPr>
              <a:t>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BC54AB-FD62-43AB-84AE-BA7088747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114550"/>
            <a:ext cx="2876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275" b="1" i="0">
                <a:solidFill>
                  <a:srgbClr val="12211D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1275" b="1" i="0">
                <a:solidFill>
                  <a:srgbClr val="12211D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1275" b="1" i="0">
                <a:solidFill>
                  <a:srgbClr val="12211D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1275" b="1" i="0">
                <a:solidFill>
                  <a:srgbClr val="12211D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1275" b="1" i="0">
                <a:solidFill>
                  <a:srgbClr val="12211D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1275" b="1" i="0">
                <a:solidFill>
                  <a:srgbClr val="12211D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1275" b="1" i="0">
                <a:solidFill>
                  <a:srgbClr val="12211D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1275" b="1" i="0">
                <a:solidFill>
                  <a:srgbClr val="12211D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1275" b="1" i="0">
                <a:solidFill>
                  <a:srgbClr val="12211D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1275" b="1" i="0">
                <a:solidFill>
                  <a:srgbClr val="12211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1275" b="1" i="0">
                <a:solidFill>
                  <a:srgbClr val="12211D"/>
                </a:solidFill>
                <a:latin typeface="Noto Sans"/>
                <a:ea typeface="Noto Sans"/>
                <a:cs typeface="Noto Sans"/>
              </a:defRPr>
            </a:pPr>
            <a:r>
              <a:rPr sz="1275" b="1" i="0">
                <a:solidFill>
                  <a:srgbClr val="12211D"/>
                </a:solidFill>
                <a:latin typeface="Noto Sans"/>
                <a:ea typeface="Noto Sans"/>
                <a:cs typeface="Noto Sans"/>
              </a:rPr>
              <a:t>fingerprint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037B8F-81E9-4E57-B353-6B0D50841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514600"/>
            <a:ext cx="2876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1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11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11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11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11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11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11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11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11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11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11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pPr>
            <a:r>
              <a:rPr sz="1125" b="0" i="0">
                <a:solidFill>
                  <a:srgbClr val="5D6B66"/>
                </a:solidFill>
                <a:latin typeface="Noto Sans"/>
                <a:ea typeface="Noto Sans"/>
                <a:cs typeface="Noto Sans"/>
              </a:rPr>
              <a:t>Models, candidates, retrieval settings, and source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973891-5A24-4F9B-85FC-4A1AFF7C0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00450"/>
            <a:ext cx="3333750" cy="167640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36F92B-294B-44C1-931F-4DE4C283C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71900"/>
            <a:ext cx="2876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2250" b="1" i="0">
                <a:solidFill>
                  <a:srgbClr val="103D35"/>
                </a:solidFill>
                <a:latin typeface="Rubik"/>
                <a:ea typeface="Rubik"/>
                <a:cs typeface="Rubik"/>
              </a:defRPr>
            </a:defPPr>
            <a:lvl1pPr algn="l">
              <a:defRPr sz="2250" b="1" i="0">
                <a:solidFill>
                  <a:srgbClr val="103D35"/>
                </a:solidFill>
                <a:latin typeface="Rubik"/>
                <a:ea typeface="Rubik"/>
                <a:cs typeface="Rubik"/>
              </a:defRPr>
            </a:lvl1pPr>
            <a:lvl2pPr algn="l">
              <a:defRPr sz="2250" b="1" i="0">
                <a:solidFill>
                  <a:srgbClr val="103D35"/>
                </a:solidFill>
                <a:latin typeface="Rubik"/>
                <a:ea typeface="Rubik"/>
                <a:cs typeface="Rubik"/>
              </a:defRPr>
            </a:lvl2pPr>
            <a:lvl3pPr algn="l">
              <a:defRPr sz="2250" b="1" i="0">
                <a:solidFill>
                  <a:srgbClr val="103D35"/>
                </a:solidFill>
                <a:latin typeface="Rubik"/>
                <a:ea typeface="Rubik"/>
                <a:cs typeface="Rubik"/>
              </a:defRPr>
            </a:lvl3pPr>
            <a:lvl4pPr algn="l">
              <a:defRPr sz="2250" b="1" i="0">
                <a:solidFill>
                  <a:srgbClr val="103D35"/>
                </a:solidFill>
                <a:latin typeface="Rubik"/>
                <a:ea typeface="Rubik"/>
                <a:cs typeface="Rubik"/>
              </a:defRPr>
            </a:lvl4pPr>
            <a:lvl5pPr algn="l">
              <a:defRPr sz="2250" b="1" i="0">
                <a:solidFill>
                  <a:srgbClr val="103D35"/>
                </a:solidFill>
                <a:latin typeface="Rubik"/>
                <a:ea typeface="Rubik"/>
                <a:cs typeface="Rubik"/>
              </a:defRPr>
            </a:lvl5pPr>
            <a:lvl6pPr algn="l">
              <a:defRPr sz="2250" b="1" i="0">
                <a:solidFill>
                  <a:srgbClr val="103D35"/>
                </a:solidFill>
                <a:latin typeface="Rubik"/>
                <a:ea typeface="Rubik"/>
                <a:cs typeface="Rubik"/>
              </a:defRPr>
            </a:lvl6pPr>
            <a:lvl7pPr algn="l">
              <a:defRPr sz="2250" b="1" i="0">
                <a:solidFill>
                  <a:srgbClr val="103D35"/>
                </a:solidFill>
                <a:latin typeface="Rubik"/>
                <a:ea typeface="Rubik"/>
                <a:cs typeface="Rubik"/>
              </a:defRPr>
            </a:lvl7pPr>
            <a:lvl8pPr algn="l">
              <a:defRPr sz="2250" b="1" i="0">
                <a:solidFill>
                  <a:srgbClr val="103D35"/>
                </a:solidFill>
                <a:latin typeface="Rubik"/>
                <a:ea typeface="Rubik"/>
                <a:cs typeface="Rubik"/>
              </a:defRPr>
            </a:lvl8pPr>
            <a:lvl9pPr algn="l">
              <a:defRPr sz="2250" b="1" i="0">
                <a:solidFill>
                  <a:srgbClr val="103D35"/>
                </a:solidFill>
                <a:latin typeface="Rubik"/>
                <a:ea typeface="Rubik"/>
                <a:cs typeface="Rubik"/>
              </a:defRPr>
            </a:lvl9pPr>
          </a:lstStyle>
          <a:p xmlns:a="http://schemas.openxmlformats.org/drawingml/2006/main">
            <a:pPr algn="l">
              <a:defRPr sz="2250" b="1" i="0">
                <a:solidFill>
                  <a:srgbClr val="103D35"/>
                </a:solidFill>
                <a:latin typeface="Rubik"/>
                <a:ea typeface="Rubik"/>
                <a:cs typeface="Rubik"/>
              </a:defRPr>
            </a:pPr>
            <a:r>
              <a:rPr sz="2250" b="1" i="0">
                <a:solidFill>
                  <a:srgbClr val="103D35"/>
                </a:solidFill>
                <a:latin typeface="Rubik"/>
                <a:ea typeface="Rubik"/>
                <a:cs typeface="Rubik"/>
              </a:rPr>
              <a:t>resume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18CB70-846A-4F76-9CFA-6EEE9B981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10050"/>
            <a:ext cx="2876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275" b="1" i="0">
                <a:solidFill>
                  <a:srgbClr val="12211D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1275" b="1" i="0">
                <a:solidFill>
                  <a:srgbClr val="12211D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1275" b="1" i="0">
                <a:solidFill>
                  <a:srgbClr val="12211D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1275" b="1" i="0">
                <a:solidFill>
                  <a:srgbClr val="12211D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1275" b="1" i="0">
                <a:solidFill>
                  <a:srgbClr val="12211D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1275" b="1" i="0">
                <a:solidFill>
                  <a:srgbClr val="12211D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1275" b="1" i="0">
                <a:solidFill>
                  <a:srgbClr val="12211D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1275" b="1" i="0">
                <a:solidFill>
                  <a:srgbClr val="12211D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1275" b="1" i="0">
                <a:solidFill>
                  <a:srgbClr val="12211D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1275" b="1" i="0">
                <a:solidFill>
                  <a:srgbClr val="12211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1275" b="1" i="0">
                <a:solidFill>
                  <a:srgbClr val="12211D"/>
                </a:solidFill>
                <a:latin typeface="Noto Sans"/>
                <a:ea typeface="Noto Sans"/>
                <a:cs typeface="Noto Sans"/>
              </a:defRPr>
            </a:pPr>
            <a:r>
              <a:rPr sz="1275" b="1" i="0">
                <a:solidFill>
                  <a:srgbClr val="12211D"/>
                </a:solidFill>
                <a:latin typeface="Noto Sans"/>
                <a:ea typeface="Noto Sans"/>
                <a:cs typeface="Noto Sans"/>
              </a:rPr>
              <a:t>safe reruns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E30BBC-FD03-472A-AF9C-082FD48A4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10100"/>
            <a:ext cx="2876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1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11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11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11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11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11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11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11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11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11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11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pPr>
            <a:r>
              <a:rPr sz="1125" b="0" i="0">
                <a:solidFill>
                  <a:srgbClr val="5D6B66"/>
                </a:solidFill>
                <a:latin typeface="Noto Sans"/>
                <a:ea typeface="Noto Sans"/>
                <a:cs typeface="Noto Sans"/>
              </a:rPr>
              <a:t>Completed matching cases are skipped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4BAB36-59EF-4BD0-B68E-A9FDCF36F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600450"/>
            <a:ext cx="3333750" cy="167640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D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64EDCF9-52EA-4A1E-B6F9-2A59A9E91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771900"/>
            <a:ext cx="2876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650" b="1" i="0">
                <a:solidFill>
                  <a:srgbClr val="D13D77"/>
                </a:solidFill>
                <a:latin typeface="Rubik"/>
                <a:ea typeface="Rubik"/>
                <a:cs typeface="Rubik"/>
              </a:defRPr>
            </a:defPPr>
            <a:lvl1pPr algn="l">
              <a:defRPr sz="1650" b="1" i="0">
                <a:solidFill>
                  <a:srgbClr val="D13D77"/>
                </a:solidFill>
                <a:latin typeface="Rubik"/>
                <a:ea typeface="Rubik"/>
                <a:cs typeface="Rubik"/>
              </a:defRPr>
            </a:lvl1pPr>
            <a:lvl2pPr algn="l">
              <a:defRPr sz="1650" b="1" i="0">
                <a:solidFill>
                  <a:srgbClr val="D13D77"/>
                </a:solidFill>
                <a:latin typeface="Rubik"/>
                <a:ea typeface="Rubik"/>
                <a:cs typeface="Rubik"/>
              </a:defRPr>
            </a:lvl2pPr>
            <a:lvl3pPr algn="l">
              <a:defRPr sz="1650" b="1" i="0">
                <a:solidFill>
                  <a:srgbClr val="D13D77"/>
                </a:solidFill>
                <a:latin typeface="Rubik"/>
                <a:ea typeface="Rubik"/>
                <a:cs typeface="Rubik"/>
              </a:defRPr>
            </a:lvl3pPr>
            <a:lvl4pPr algn="l">
              <a:defRPr sz="1650" b="1" i="0">
                <a:solidFill>
                  <a:srgbClr val="D13D77"/>
                </a:solidFill>
                <a:latin typeface="Rubik"/>
                <a:ea typeface="Rubik"/>
                <a:cs typeface="Rubik"/>
              </a:defRPr>
            </a:lvl4pPr>
            <a:lvl5pPr algn="l">
              <a:defRPr sz="1650" b="1" i="0">
                <a:solidFill>
                  <a:srgbClr val="D13D77"/>
                </a:solidFill>
                <a:latin typeface="Rubik"/>
                <a:ea typeface="Rubik"/>
                <a:cs typeface="Rubik"/>
              </a:defRPr>
            </a:lvl5pPr>
            <a:lvl6pPr algn="l">
              <a:defRPr sz="1650" b="1" i="0">
                <a:solidFill>
                  <a:srgbClr val="D13D77"/>
                </a:solidFill>
                <a:latin typeface="Rubik"/>
                <a:ea typeface="Rubik"/>
                <a:cs typeface="Rubik"/>
              </a:defRPr>
            </a:lvl6pPr>
            <a:lvl7pPr algn="l">
              <a:defRPr sz="1650" b="1" i="0">
                <a:solidFill>
                  <a:srgbClr val="D13D77"/>
                </a:solidFill>
                <a:latin typeface="Rubik"/>
                <a:ea typeface="Rubik"/>
                <a:cs typeface="Rubik"/>
              </a:defRPr>
            </a:lvl7pPr>
            <a:lvl8pPr algn="l">
              <a:defRPr sz="1650" b="1" i="0">
                <a:solidFill>
                  <a:srgbClr val="D13D77"/>
                </a:solidFill>
                <a:latin typeface="Rubik"/>
                <a:ea typeface="Rubik"/>
                <a:cs typeface="Rubik"/>
              </a:defRPr>
            </a:lvl8pPr>
            <a:lvl9pPr algn="l">
              <a:defRPr sz="1650" b="1" i="0">
                <a:solidFill>
                  <a:srgbClr val="D13D77"/>
                </a:solidFill>
                <a:latin typeface="Rubik"/>
                <a:ea typeface="Rubik"/>
                <a:cs typeface="Rubik"/>
              </a:defRPr>
            </a:lvl9pPr>
          </a:lstStyle>
          <a:p xmlns:a="http://schemas.openxmlformats.org/drawingml/2006/main">
            <a:pPr algn="l">
              <a:defRPr sz="1650" b="1" i="0">
                <a:solidFill>
                  <a:srgbClr val="D13D77"/>
                </a:solidFill>
                <a:latin typeface="Rubik"/>
                <a:ea typeface="Rubik"/>
                <a:cs typeface="Rubik"/>
              </a:defRPr>
            </a:pPr>
            <a:r>
              <a:rPr sz="1650" b="1" i="0">
                <a:solidFill>
                  <a:srgbClr val="D13D77"/>
                </a:solidFill>
                <a:latin typeface="Rubik"/>
                <a:ea typeface="Rubik"/>
                <a:cs typeface="Rubik"/>
              </a:rPr>
              <a:t>report-only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32C8851-60B6-4FD6-8A91-93058F219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210050"/>
            <a:ext cx="2876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275" b="1" i="0">
                <a:solidFill>
                  <a:srgbClr val="12211D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1275" b="1" i="0">
                <a:solidFill>
                  <a:srgbClr val="12211D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1275" b="1" i="0">
                <a:solidFill>
                  <a:srgbClr val="12211D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1275" b="1" i="0">
                <a:solidFill>
                  <a:srgbClr val="12211D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1275" b="1" i="0">
                <a:solidFill>
                  <a:srgbClr val="12211D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1275" b="1" i="0">
                <a:solidFill>
                  <a:srgbClr val="12211D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1275" b="1" i="0">
                <a:solidFill>
                  <a:srgbClr val="12211D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1275" b="1" i="0">
                <a:solidFill>
                  <a:srgbClr val="12211D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1275" b="1" i="0">
                <a:solidFill>
                  <a:srgbClr val="12211D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1275" b="1" i="0">
                <a:solidFill>
                  <a:srgbClr val="12211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1275" b="1" i="0">
                <a:solidFill>
                  <a:srgbClr val="12211D"/>
                </a:solidFill>
                <a:latin typeface="Noto Sans"/>
                <a:ea typeface="Noto Sans"/>
                <a:cs typeface="Noto Sans"/>
              </a:defRPr>
            </a:pPr>
            <a:r>
              <a:rPr sz="1275" b="1" i="0">
                <a:solidFill>
                  <a:srgbClr val="12211D"/>
                </a:solidFill>
                <a:latin typeface="Noto Sans"/>
                <a:ea typeface="Noto Sans"/>
                <a:cs typeface="Noto Sans"/>
              </a:rPr>
              <a:t>instant summaries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990A542-2620-42A8-A986-531EBDB3F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610100"/>
            <a:ext cx="2876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1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11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11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11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11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11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11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11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11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11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11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pPr>
            <a:r>
              <a:rPr sz="1125" b="0" i="0">
                <a:solidFill>
                  <a:srgbClr val="5D6B66"/>
                </a:solidFill>
                <a:latin typeface="Noto Sans"/>
                <a:ea typeface="Noto Sans"/>
                <a:cs typeface="Noto Sans"/>
              </a:rPr>
              <a:t>No new endpoint calls required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42CA45E-EF17-404B-B80F-D77AD70C7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600450"/>
            <a:ext cx="3333750" cy="167640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D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EDD5F4F-5CA6-460A-B9A0-0AEA764B1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771900"/>
            <a:ext cx="2876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2250" b="1" i="0">
                <a:solidFill>
                  <a:srgbClr val="103D35"/>
                </a:solidFill>
                <a:latin typeface="Rubik"/>
                <a:ea typeface="Rubik"/>
                <a:cs typeface="Rubik"/>
              </a:defRPr>
            </a:defPPr>
            <a:lvl1pPr algn="l">
              <a:defRPr sz="2250" b="1" i="0">
                <a:solidFill>
                  <a:srgbClr val="103D35"/>
                </a:solidFill>
                <a:latin typeface="Rubik"/>
                <a:ea typeface="Rubik"/>
                <a:cs typeface="Rubik"/>
              </a:defRPr>
            </a:lvl1pPr>
            <a:lvl2pPr algn="l">
              <a:defRPr sz="2250" b="1" i="0">
                <a:solidFill>
                  <a:srgbClr val="103D35"/>
                </a:solidFill>
                <a:latin typeface="Rubik"/>
                <a:ea typeface="Rubik"/>
                <a:cs typeface="Rubik"/>
              </a:defRPr>
            </a:lvl2pPr>
            <a:lvl3pPr algn="l">
              <a:defRPr sz="2250" b="1" i="0">
                <a:solidFill>
                  <a:srgbClr val="103D35"/>
                </a:solidFill>
                <a:latin typeface="Rubik"/>
                <a:ea typeface="Rubik"/>
                <a:cs typeface="Rubik"/>
              </a:defRPr>
            </a:lvl3pPr>
            <a:lvl4pPr algn="l">
              <a:defRPr sz="2250" b="1" i="0">
                <a:solidFill>
                  <a:srgbClr val="103D35"/>
                </a:solidFill>
                <a:latin typeface="Rubik"/>
                <a:ea typeface="Rubik"/>
                <a:cs typeface="Rubik"/>
              </a:defRPr>
            </a:lvl4pPr>
            <a:lvl5pPr algn="l">
              <a:defRPr sz="2250" b="1" i="0">
                <a:solidFill>
                  <a:srgbClr val="103D35"/>
                </a:solidFill>
                <a:latin typeface="Rubik"/>
                <a:ea typeface="Rubik"/>
                <a:cs typeface="Rubik"/>
              </a:defRPr>
            </a:lvl5pPr>
            <a:lvl6pPr algn="l">
              <a:defRPr sz="2250" b="1" i="0">
                <a:solidFill>
                  <a:srgbClr val="103D35"/>
                </a:solidFill>
                <a:latin typeface="Rubik"/>
                <a:ea typeface="Rubik"/>
                <a:cs typeface="Rubik"/>
              </a:defRPr>
            </a:lvl6pPr>
            <a:lvl7pPr algn="l">
              <a:defRPr sz="2250" b="1" i="0">
                <a:solidFill>
                  <a:srgbClr val="103D35"/>
                </a:solidFill>
                <a:latin typeface="Rubik"/>
                <a:ea typeface="Rubik"/>
                <a:cs typeface="Rubik"/>
              </a:defRPr>
            </a:lvl7pPr>
            <a:lvl8pPr algn="l">
              <a:defRPr sz="2250" b="1" i="0">
                <a:solidFill>
                  <a:srgbClr val="103D35"/>
                </a:solidFill>
                <a:latin typeface="Rubik"/>
                <a:ea typeface="Rubik"/>
                <a:cs typeface="Rubik"/>
              </a:defRPr>
            </a:lvl8pPr>
            <a:lvl9pPr algn="l">
              <a:defRPr sz="2250" b="1" i="0">
                <a:solidFill>
                  <a:srgbClr val="103D35"/>
                </a:solidFill>
                <a:latin typeface="Rubik"/>
                <a:ea typeface="Rubik"/>
                <a:cs typeface="Rubik"/>
              </a:defRPr>
            </a:lvl9pPr>
          </a:lstStyle>
          <a:p xmlns:a="http://schemas.openxmlformats.org/drawingml/2006/main">
            <a:pPr algn="l">
              <a:defRPr sz="2250" b="1" i="0">
                <a:solidFill>
                  <a:srgbClr val="103D35"/>
                </a:solidFill>
                <a:latin typeface="Rubik"/>
                <a:ea typeface="Rubik"/>
                <a:cs typeface="Rubik"/>
              </a:defRPr>
            </a:pPr>
            <a:r>
              <a:rPr sz="2250" b="1" i="0">
                <a:solidFill>
                  <a:srgbClr val="103D35"/>
                </a:solidFill>
                <a:latin typeface="Rubik"/>
                <a:ea typeface="Rubik"/>
                <a:cs typeface="Rubik"/>
              </a:rPr>
              <a:t>60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903FA61-BE08-49D5-B887-796E302E5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210050"/>
            <a:ext cx="2876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275" b="1" i="0">
                <a:solidFill>
                  <a:srgbClr val="12211D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1275" b="1" i="0">
                <a:solidFill>
                  <a:srgbClr val="12211D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1275" b="1" i="0">
                <a:solidFill>
                  <a:srgbClr val="12211D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1275" b="1" i="0">
                <a:solidFill>
                  <a:srgbClr val="12211D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1275" b="1" i="0">
                <a:solidFill>
                  <a:srgbClr val="12211D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1275" b="1" i="0">
                <a:solidFill>
                  <a:srgbClr val="12211D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1275" b="1" i="0">
                <a:solidFill>
                  <a:srgbClr val="12211D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1275" b="1" i="0">
                <a:solidFill>
                  <a:srgbClr val="12211D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1275" b="1" i="0">
                <a:solidFill>
                  <a:srgbClr val="12211D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1275" b="1" i="0">
                <a:solidFill>
                  <a:srgbClr val="12211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1275" b="1" i="0">
                <a:solidFill>
                  <a:srgbClr val="12211D"/>
                </a:solidFill>
                <a:latin typeface="Noto Sans"/>
                <a:ea typeface="Noto Sans"/>
                <a:cs typeface="Noto Sans"/>
              </a:defRPr>
            </a:pPr>
            <a:r>
              <a:rPr sz="1275" b="1" i="0">
                <a:solidFill>
                  <a:srgbClr val="12211D"/>
                </a:solidFill>
                <a:latin typeface="Noto Sans"/>
                <a:ea typeface="Noto Sans"/>
                <a:cs typeface="Noto Sans"/>
              </a:rPr>
              <a:t>automated tests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66A1054-54BB-4423-A3F9-492D33C78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610100"/>
            <a:ext cx="2876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1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11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11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11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11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11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11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11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11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11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1125" b="0" i="0">
                <a:solidFill>
                  <a:srgbClr val="5D6B66"/>
                </a:solidFill>
                <a:latin typeface="Noto Sans"/>
                <a:ea typeface="Noto Sans"/>
                <a:cs typeface="Noto Sans"/>
              </a:defRPr>
            </a:pPr>
            <a:r>
              <a:rPr sz="1125" b="0" i="0">
                <a:solidFill>
                  <a:srgbClr val="5D6B66"/>
                </a:solidFill>
                <a:latin typeface="Noto Sans"/>
                <a:ea typeface="Noto Sans"/>
                <a:cs typeface="Noto Sans"/>
              </a:rPr>
              <a:t>Pipeline, tuning, backends, replay, and setup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18BD47C-E20A-46D3-A10C-E91B448AE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848350"/>
            <a:ext cx="895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575" b="1" i="0">
                <a:solidFill>
                  <a:srgbClr val="103D35"/>
                </a:solidFill>
                <a:latin typeface="Rubik"/>
                <a:ea typeface="Rubik"/>
                <a:cs typeface="Rubik"/>
              </a:defRPr>
            </a:defPPr>
            <a:lvl1pPr algn="ctr">
              <a:defRPr sz="1575" b="1" i="0">
                <a:solidFill>
                  <a:srgbClr val="103D35"/>
                </a:solidFill>
                <a:latin typeface="Rubik"/>
                <a:ea typeface="Rubik"/>
                <a:cs typeface="Rubik"/>
              </a:defRPr>
            </a:lvl1pPr>
            <a:lvl2pPr algn="ctr">
              <a:defRPr sz="1575" b="1" i="0">
                <a:solidFill>
                  <a:srgbClr val="103D35"/>
                </a:solidFill>
                <a:latin typeface="Rubik"/>
                <a:ea typeface="Rubik"/>
                <a:cs typeface="Rubik"/>
              </a:defRPr>
            </a:lvl2pPr>
            <a:lvl3pPr algn="ctr">
              <a:defRPr sz="1575" b="1" i="0">
                <a:solidFill>
                  <a:srgbClr val="103D35"/>
                </a:solidFill>
                <a:latin typeface="Rubik"/>
                <a:ea typeface="Rubik"/>
                <a:cs typeface="Rubik"/>
              </a:defRPr>
            </a:lvl3pPr>
            <a:lvl4pPr algn="ctr">
              <a:defRPr sz="1575" b="1" i="0">
                <a:solidFill>
                  <a:srgbClr val="103D35"/>
                </a:solidFill>
                <a:latin typeface="Rubik"/>
                <a:ea typeface="Rubik"/>
                <a:cs typeface="Rubik"/>
              </a:defRPr>
            </a:lvl4pPr>
            <a:lvl5pPr algn="ctr">
              <a:defRPr sz="1575" b="1" i="0">
                <a:solidFill>
                  <a:srgbClr val="103D35"/>
                </a:solidFill>
                <a:latin typeface="Rubik"/>
                <a:ea typeface="Rubik"/>
                <a:cs typeface="Rubik"/>
              </a:defRPr>
            </a:lvl5pPr>
            <a:lvl6pPr algn="ctr">
              <a:defRPr sz="1575" b="1" i="0">
                <a:solidFill>
                  <a:srgbClr val="103D35"/>
                </a:solidFill>
                <a:latin typeface="Rubik"/>
                <a:ea typeface="Rubik"/>
                <a:cs typeface="Rubik"/>
              </a:defRPr>
            </a:lvl6pPr>
            <a:lvl7pPr algn="ctr">
              <a:defRPr sz="1575" b="1" i="0">
                <a:solidFill>
                  <a:srgbClr val="103D35"/>
                </a:solidFill>
                <a:latin typeface="Rubik"/>
                <a:ea typeface="Rubik"/>
                <a:cs typeface="Rubik"/>
              </a:defRPr>
            </a:lvl7pPr>
            <a:lvl8pPr algn="ctr">
              <a:defRPr sz="1575" b="1" i="0">
                <a:solidFill>
                  <a:srgbClr val="103D35"/>
                </a:solidFill>
                <a:latin typeface="Rubik"/>
                <a:ea typeface="Rubik"/>
                <a:cs typeface="Rubik"/>
              </a:defRPr>
            </a:lvl8pPr>
            <a:lvl9pPr algn="ctr">
              <a:defRPr sz="1575" b="1" i="0">
                <a:solidFill>
                  <a:srgbClr val="103D35"/>
                </a:solidFill>
                <a:latin typeface="Rubik"/>
                <a:ea typeface="Rubik"/>
                <a:cs typeface="Rubik"/>
              </a:defRPr>
            </a:lvl9pPr>
          </a:lstStyle>
          <a:p xmlns:a="http://schemas.openxmlformats.org/drawingml/2006/main">
            <a:pPr algn="ctr">
              <a:defRPr sz="1575" b="1" i="0">
                <a:solidFill>
                  <a:srgbClr val="103D35"/>
                </a:solidFill>
                <a:latin typeface="Rubik"/>
                <a:ea typeface="Rubik"/>
                <a:cs typeface="Rubik"/>
              </a:defRPr>
            </a:pPr>
            <a:r>
              <a:rPr sz="1575" b="1" i="0">
                <a:solidFill>
                  <a:srgbClr val="103D35"/>
                </a:solidFill>
                <a:latin typeface="Rubik"/>
                <a:ea typeface="Rubik"/>
                <a:cs typeface="Rubik"/>
              </a:rPr>
              <a:t>One command runs the app. One command rebuilds the benchmark report.</a:t>
            </a:r>
          </a:p>
        </p:txBody>
      </p:sp>
    </p:spTree>
    <p:extLst>
      <p:ext uri="{BB962C8B-B14F-4D97-AF65-F5344CB8AC3E}">
        <p14:creationId xmlns:p14="http://schemas.microsoft.com/office/powerpoint/2010/main" val="187035058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103D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3D8255-85CA-4E94-BDEB-C414F9CEA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09600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2850" b="1" i="0">
                <a:solidFill>
                  <a:srgbClr val="FFFFFF"/>
                </a:solidFill>
                <a:latin typeface="Rubik"/>
                <a:ea typeface="Rubik"/>
                <a:cs typeface="Rubik"/>
              </a:defRPr>
            </a:defPPr>
            <a:lvl1pPr algn="l">
              <a:defRPr sz="2850" b="1" i="0">
                <a:solidFill>
                  <a:srgbClr val="FFFFFF"/>
                </a:solidFill>
                <a:latin typeface="Rubik"/>
                <a:ea typeface="Rubik"/>
                <a:cs typeface="Rubik"/>
              </a:defRPr>
            </a:lvl1pPr>
            <a:lvl2pPr algn="l">
              <a:defRPr sz="2850" b="1" i="0">
                <a:solidFill>
                  <a:srgbClr val="FFFFFF"/>
                </a:solidFill>
                <a:latin typeface="Rubik"/>
                <a:ea typeface="Rubik"/>
                <a:cs typeface="Rubik"/>
              </a:defRPr>
            </a:lvl2pPr>
            <a:lvl3pPr algn="l">
              <a:defRPr sz="2850" b="1" i="0">
                <a:solidFill>
                  <a:srgbClr val="FFFFFF"/>
                </a:solidFill>
                <a:latin typeface="Rubik"/>
                <a:ea typeface="Rubik"/>
                <a:cs typeface="Rubik"/>
              </a:defRPr>
            </a:lvl3pPr>
            <a:lvl4pPr algn="l">
              <a:defRPr sz="2850" b="1" i="0">
                <a:solidFill>
                  <a:srgbClr val="FFFFFF"/>
                </a:solidFill>
                <a:latin typeface="Rubik"/>
                <a:ea typeface="Rubik"/>
                <a:cs typeface="Rubik"/>
              </a:defRPr>
            </a:lvl4pPr>
            <a:lvl5pPr algn="l">
              <a:defRPr sz="2850" b="1" i="0">
                <a:solidFill>
                  <a:srgbClr val="FFFFFF"/>
                </a:solidFill>
                <a:latin typeface="Rubik"/>
                <a:ea typeface="Rubik"/>
                <a:cs typeface="Rubik"/>
              </a:defRPr>
            </a:lvl5pPr>
            <a:lvl6pPr algn="l">
              <a:defRPr sz="2850" b="1" i="0">
                <a:solidFill>
                  <a:srgbClr val="FFFFFF"/>
                </a:solidFill>
                <a:latin typeface="Rubik"/>
                <a:ea typeface="Rubik"/>
                <a:cs typeface="Rubik"/>
              </a:defRPr>
            </a:lvl6pPr>
            <a:lvl7pPr algn="l">
              <a:defRPr sz="2850" b="1" i="0">
                <a:solidFill>
                  <a:srgbClr val="FFFFFF"/>
                </a:solidFill>
                <a:latin typeface="Rubik"/>
                <a:ea typeface="Rubik"/>
                <a:cs typeface="Rubik"/>
              </a:defRPr>
            </a:lvl7pPr>
            <a:lvl8pPr algn="l">
              <a:defRPr sz="2850" b="1" i="0">
                <a:solidFill>
                  <a:srgbClr val="FFFFFF"/>
                </a:solidFill>
                <a:latin typeface="Rubik"/>
                <a:ea typeface="Rubik"/>
                <a:cs typeface="Rubik"/>
              </a:defRPr>
            </a:lvl8pPr>
            <a:lvl9pPr algn="l">
              <a:defRPr sz="2850" b="1" i="0">
                <a:solidFill>
                  <a:srgbClr val="FFFFFF"/>
                </a:solidFill>
                <a:latin typeface="Rubik"/>
                <a:ea typeface="Rubik"/>
                <a:cs typeface="Rubik"/>
              </a:defRPr>
            </a:lvl9pPr>
          </a:lstStyle>
          <a:p xmlns:a="http://schemas.openxmlformats.org/drawingml/2006/main">
            <a:pPr algn="l">
              <a:defRPr sz="2850" b="1" i="0">
                <a:solidFill>
                  <a:srgbClr val="FFFFFF"/>
                </a:solidFill>
                <a:latin typeface="Rubik"/>
                <a:ea typeface="Rubik"/>
                <a:cs typeface="Rubik"/>
              </a:defRPr>
            </a:pPr>
            <a:r>
              <a:rPr sz="2850" b="1" i="0">
                <a:solidFill>
                  <a:srgbClr val="FFFFFF"/>
                </a:solidFill>
                <a:latin typeface="Rubik"/>
                <a:ea typeface="Rubik"/>
                <a:cs typeface="Rubik"/>
              </a:rPr>
              <a:t>HistoPrompt finds where prompting 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7FDF97-EDB8-4A54-8ECD-3ABAF73F9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00150"/>
            <a:ext cx="9906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2850" b="1" i="0">
                <a:solidFill>
                  <a:srgbClr val="F2C96B"/>
                </a:solidFill>
                <a:latin typeface="Rubik"/>
                <a:ea typeface="Rubik"/>
                <a:cs typeface="Rubik"/>
              </a:defRPr>
            </a:defPPr>
            <a:lvl1pPr algn="l">
              <a:defRPr sz="2850" b="1" i="0">
                <a:solidFill>
                  <a:srgbClr val="F2C96B"/>
                </a:solidFill>
                <a:latin typeface="Rubik"/>
                <a:ea typeface="Rubik"/>
                <a:cs typeface="Rubik"/>
              </a:defRPr>
            </a:lvl1pPr>
            <a:lvl2pPr algn="l">
              <a:defRPr sz="2850" b="1" i="0">
                <a:solidFill>
                  <a:srgbClr val="F2C96B"/>
                </a:solidFill>
                <a:latin typeface="Rubik"/>
                <a:ea typeface="Rubik"/>
                <a:cs typeface="Rubik"/>
              </a:defRPr>
            </a:lvl2pPr>
            <a:lvl3pPr algn="l">
              <a:defRPr sz="2850" b="1" i="0">
                <a:solidFill>
                  <a:srgbClr val="F2C96B"/>
                </a:solidFill>
                <a:latin typeface="Rubik"/>
                <a:ea typeface="Rubik"/>
                <a:cs typeface="Rubik"/>
              </a:defRPr>
            </a:lvl3pPr>
            <a:lvl4pPr algn="l">
              <a:defRPr sz="2850" b="1" i="0">
                <a:solidFill>
                  <a:srgbClr val="F2C96B"/>
                </a:solidFill>
                <a:latin typeface="Rubik"/>
                <a:ea typeface="Rubik"/>
                <a:cs typeface="Rubik"/>
              </a:defRPr>
            </a:lvl4pPr>
            <a:lvl5pPr algn="l">
              <a:defRPr sz="2850" b="1" i="0">
                <a:solidFill>
                  <a:srgbClr val="F2C96B"/>
                </a:solidFill>
                <a:latin typeface="Rubik"/>
                <a:ea typeface="Rubik"/>
                <a:cs typeface="Rubik"/>
              </a:defRPr>
            </a:lvl5pPr>
            <a:lvl6pPr algn="l">
              <a:defRPr sz="2850" b="1" i="0">
                <a:solidFill>
                  <a:srgbClr val="F2C96B"/>
                </a:solidFill>
                <a:latin typeface="Rubik"/>
                <a:ea typeface="Rubik"/>
                <a:cs typeface="Rubik"/>
              </a:defRPr>
            </a:lvl6pPr>
            <a:lvl7pPr algn="l">
              <a:defRPr sz="2850" b="1" i="0">
                <a:solidFill>
                  <a:srgbClr val="F2C96B"/>
                </a:solidFill>
                <a:latin typeface="Rubik"/>
                <a:ea typeface="Rubik"/>
                <a:cs typeface="Rubik"/>
              </a:defRPr>
            </a:lvl7pPr>
            <a:lvl8pPr algn="l">
              <a:defRPr sz="2850" b="1" i="0">
                <a:solidFill>
                  <a:srgbClr val="F2C96B"/>
                </a:solidFill>
                <a:latin typeface="Rubik"/>
                <a:ea typeface="Rubik"/>
                <a:cs typeface="Rubik"/>
              </a:defRPr>
            </a:lvl8pPr>
            <a:lvl9pPr algn="l">
              <a:defRPr sz="2850" b="1" i="0">
                <a:solidFill>
                  <a:srgbClr val="F2C96B"/>
                </a:solidFill>
                <a:latin typeface="Rubik"/>
                <a:ea typeface="Rubik"/>
                <a:cs typeface="Rubik"/>
              </a:defRPr>
            </a:lvl9pPr>
          </a:lstStyle>
          <a:p xmlns:a="http://schemas.openxmlformats.org/drawingml/2006/main">
            <a:pPr algn="l">
              <a:defRPr sz="2850" b="1" i="0">
                <a:solidFill>
                  <a:srgbClr val="F2C96B"/>
                </a:solidFill>
                <a:latin typeface="Rubik"/>
                <a:ea typeface="Rubik"/>
                <a:cs typeface="Rubik"/>
              </a:defRPr>
            </a:pPr>
            <a:r>
              <a:rPr sz="2850" b="1" i="0">
                <a:solidFill>
                  <a:srgbClr val="F2C96B"/>
                </a:solidFill>
                <a:latin typeface="Rubik"/>
                <a:ea typeface="Rubik"/>
                <a:cs typeface="Rubik"/>
              </a:rPr>
              <a:t>and puts those gains into a usable workflow.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EA0DAD-E00D-452C-BA19-E4A7C3943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05050"/>
            <a:ext cx="2495550" cy="1428750"/>
          </a:xfrm>
          <a:prstGeom xmlns:a="http://schemas.openxmlformats.org/drawingml/2006/main" prst="roundRect">
            <a:avLst>
              <a:gd name="adj" fmla="val 14667"/>
            </a:avLst>
          </a:prstGeom>
          <a:solidFill xmlns:a="http://schemas.openxmlformats.org/drawingml/2006/main">
            <a:srgbClr val="174D44"/>
          </a:solidFill>
          <a:ln xmlns:a="http://schemas.openxmlformats.org/drawingml/2006/main" w="9525">
            <a:solidFill>
              <a:srgbClr val="2E665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BA8634-4E9D-405B-B61D-1500BD956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71750"/>
            <a:ext cx="2076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2925" b="1" i="0">
                <a:solidFill>
                  <a:srgbClr val="FFFFFF"/>
                </a:solidFill>
                <a:latin typeface="Rubik"/>
                <a:ea typeface="Rubik"/>
                <a:cs typeface="Rubik"/>
              </a:defRPr>
            </a:defPPr>
            <a:lvl1pPr algn="ctr">
              <a:defRPr sz="2925" b="1" i="0">
                <a:solidFill>
                  <a:srgbClr val="FFFFFF"/>
                </a:solidFill>
                <a:latin typeface="Rubik"/>
                <a:ea typeface="Rubik"/>
                <a:cs typeface="Rubik"/>
              </a:defRPr>
            </a:lvl1pPr>
            <a:lvl2pPr algn="ctr">
              <a:defRPr sz="2925" b="1" i="0">
                <a:solidFill>
                  <a:srgbClr val="FFFFFF"/>
                </a:solidFill>
                <a:latin typeface="Rubik"/>
                <a:ea typeface="Rubik"/>
                <a:cs typeface="Rubik"/>
              </a:defRPr>
            </a:lvl2pPr>
            <a:lvl3pPr algn="ctr">
              <a:defRPr sz="2925" b="1" i="0">
                <a:solidFill>
                  <a:srgbClr val="FFFFFF"/>
                </a:solidFill>
                <a:latin typeface="Rubik"/>
                <a:ea typeface="Rubik"/>
                <a:cs typeface="Rubik"/>
              </a:defRPr>
            </a:lvl3pPr>
            <a:lvl4pPr algn="ctr">
              <a:defRPr sz="2925" b="1" i="0">
                <a:solidFill>
                  <a:srgbClr val="FFFFFF"/>
                </a:solidFill>
                <a:latin typeface="Rubik"/>
                <a:ea typeface="Rubik"/>
                <a:cs typeface="Rubik"/>
              </a:defRPr>
            </a:lvl4pPr>
            <a:lvl5pPr algn="ctr">
              <a:defRPr sz="2925" b="1" i="0">
                <a:solidFill>
                  <a:srgbClr val="FFFFFF"/>
                </a:solidFill>
                <a:latin typeface="Rubik"/>
                <a:ea typeface="Rubik"/>
                <a:cs typeface="Rubik"/>
              </a:defRPr>
            </a:lvl5pPr>
            <a:lvl6pPr algn="ctr">
              <a:defRPr sz="2925" b="1" i="0">
                <a:solidFill>
                  <a:srgbClr val="FFFFFF"/>
                </a:solidFill>
                <a:latin typeface="Rubik"/>
                <a:ea typeface="Rubik"/>
                <a:cs typeface="Rubik"/>
              </a:defRPr>
            </a:lvl6pPr>
            <a:lvl7pPr algn="ctr">
              <a:defRPr sz="2925" b="1" i="0">
                <a:solidFill>
                  <a:srgbClr val="FFFFFF"/>
                </a:solidFill>
                <a:latin typeface="Rubik"/>
                <a:ea typeface="Rubik"/>
                <a:cs typeface="Rubik"/>
              </a:defRPr>
            </a:lvl7pPr>
            <a:lvl8pPr algn="ctr">
              <a:defRPr sz="2925" b="1" i="0">
                <a:solidFill>
                  <a:srgbClr val="FFFFFF"/>
                </a:solidFill>
                <a:latin typeface="Rubik"/>
                <a:ea typeface="Rubik"/>
                <a:cs typeface="Rubik"/>
              </a:defRPr>
            </a:lvl8pPr>
            <a:lvl9pPr algn="ctr">
              <a:defRPr sz="2925" b="1" i="0">
                <a:solidFill>
                  <a:srgbClr val="FFFFFF"/>
                </a:solidFill>
                <a:latin typeface="Rubik"/>
                <a:ea typeface="Rubik"/>
                <a:cs typeface="Rubik"/>
              </a:defRPr>
            </a:lvl9pPr>
          </a:lstStyle>
          <a:p xmlns:a="http://schemas.openxmlformats.org/drawingml/2006/main">
            <a:pPr algn="ctr">
              <a:defRPr sz="2925" b="1" i="0">
                <a:solidFill>
                  <a:srgbClr val="FFFFFF"/>
                </a:solidFill>
                <a:latin typeface="Rubik"/>
                <a:ea typeface="Rubik"/>
                <a:cs typeface="Rubik"/>
              </a:defRPr>
            </a:pPr>
            <a:r>
              <a:rPr sz="2925" b="1" i="0">
                <a:solidFill>
                  <a:srgbClr val="FFFFFF"/>
                </a:solidFill>
                <a:latin typeface="Rubik"/>
                <a:ea typeface="Rubik"/>
                <a:cs typeface="Rubik"/>
              </a:rPr>
              <a:t>+28.4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A26C45-01CD-4B4A-B744-5C51EE863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00400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200" b="1" i="0">
                <a:solidFill>
                  <a:srgbClr val="D8E9E3"/>
                </a:solidFill>
                <a:latin typeface="Noto Sans"/>
                <a:ea typeface="Noto Sans"/>
                <a:cs typeface="Noto Sans"/>
              </a:defRPr>
            </a:defPPr>
            <a:lvl1pPr algn="ctr">
              <a:defRPr sz="1200" b="1" i="0">
                <a:solidFill>
                  <a:srgbClr val="D8E9E3"/>
                </a:solidFill>
                <a:latin typeface="Noto Sans"/>
                <a:ea typeface="Noto Sans"/>
                <a:cs typeface="Noto Sans"/>
              </a:defRPr>
            </a:lvl1pPr>
            <a:lvl2pPr algn="ctr">
              <a:defRPr sz="1200" b="1" i="0">
                <a:solidFill>
                  <a:srgbClr val="D8E9E3"/>
                </a:solidFill>
                <a:latin typeface="Noto Sans"/>
                <a:ea typeface="Noto Sans"/>
                <a:cs typeface="Noto Sans"/>
              </a:defRPr>
            </a:lvl2pPr>
            <a:lvl3pPr algn="ctr">
              <a:defRPr sz="1200" b="1" i="0">
                <a:solidFill>
                  <a:srgbClr val="D8E9E3"/>
                </a:solidFill>
                <a:latin typeface="Noto Sans"/>
                <a:ea typeface="Noto Sans"/>
                <a:cs typeface="Noto Sans"/>
              </a:defRPr>
            </a:lvl3pPr>
            <a:lvl4pPr algn="ctr">
              <a:defRPr sz="1200" b="1" i="0">
                <a:solidFill>
                  <a:srgbClr val="D8E9E3"/>
                </a:solidFill>
                <a:latin typeface="Noto Sans"/>
                <a:ea typeface="Noto Sans"/>
                <a:cs typeface="Noto Sans"/>
              </a:defRPr>
            </a:lvl4pPr>
            <a:lvl5pPr algn="ctr">
              <a:defRPr sz="1200" b="1" i="0">
                <a:solidFill>
                  <a:srgbClr val="D8E9E3"/>
                </a:solidFill>
                <a:latin typeface="Noto Sans"/>
                <a:ea typeface="Noto Sans"/>
                <a:cs typeface="Noto Sans"/>
              </a:defRPr>
            </a:lvl5pPr>
            <a:lvl6pPr algn="ctr">
              <a:defRPr sz="1200" b="1" i="0">
                <a:solidFill>
                  <a:srgbClr val="D8E9E3"/>
                </a:solidFill>
                <a:latin typeface="Noto Sans"/>
                <a:ea typeface="Noto Sans"/>
                <a:cs typeface="Noto Sans"/>
              </a:defRPr>
            </a:lvl6pPr>
            <a:lvl7pPr algn="ctr">
              <a:defRPr sz="1200" b="1" i="0">
                <a:solidFill>
                  <a:srgbClr val="D8E9E3"/>
                </a:solidFill>
                <a:latin typeface="Noto Sans"/>
                <a:ea typeface="Noto Sans"/>
                <a:cs typeface="Noto Sans"/>
              </a:defRPr>
            </a:lvl7pPr>
            <a:lvl8pPr algn="ctr">
              <a:defRPr sz="1200" b="1" i="0">
                <a:solidFill>
                  <a:srgbClr val="D8E9E3"/>
                </a:solidFill>
                <a:latin typeface="Noto Sans"/>
                <a:ea typeface="Noto Sans"/>
                <a:cs typeface="Noto Sans"/>
              </a:defRPr>
            </a:lvl8pPr>
            <a:lvl9pPr algn="ctr">
              <a:defRPr sz="1200" b="1" i="0">
                <a:solidFill>
                  <a:srgbClr val="D8E9E3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ctr">
              <a:defRPr sz="1200" b="1" i="0">
                <a:solidFill>
                  <a:srgbClr val="D8E9E3"/>
                </a:solidFill>
                <a:latin typeface="Noto Sans"/>
                <a:ea typeface="Noto Sans"/>
                <a:cs typeface="Noto Sans"/>
              </a:defRPr>
            </a:pPr>
            <a:r>
              <a:rPr sz="1200" b="1" i="0">
                <a:solidFill>
                  <a:srgbClr val="D8E9E3"/>
                </a:solidFill>
                <a:latin typeface="Noto Sans"/>
                <a:ea typeface="Noto Sans"/>
                <a:cs typeface="Noto Sans"/>
              </a:rPr>
              <a:t>CONCH · colon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1755D4-9415-42EA-8CF3-C0BB407FD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305050"/>
            <a:ext cx="2495550" cy="1428750"/>
          </a:xfrm>
          <a:prstGeom xmlns:a="http://schemas.openxmlformats.org/drawingml/2006/main" prst="roundRect">
            <a:avLst>
              <a:gd name="adj" fmla="val 14667"/>
            </a:avLst>
          </a:prstGeom>
          <a:solidFill xmlns:a="http://schemas.openxmlformats.org/drawingml/2006/main">
            <a:srgbClr val="174D44"/>
          </a:solidFill>
          <a:ln xmlns:a="http://schemas.openxmlformats.org/drawingml/2006/main" w="9525">
            <a:solidFill>
              <a:srgbClr val="2E665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A6E943-7AEB-47BE-9DDA-5BA2EF694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571750"/>
            <a:ext cx="2076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2925" b="1" i="0">
                <a:solidFill>
                  <a:srgbClr val="FFFFFF"/>
                </a:solidFill>
                <a:latin typeface="Rubik"/>
                <a:ea typeface="Rubik"/>
                <a:cs typeface="Rubik"/>
              </a:defRPr>
            </a:defPPr>
            <a:lvl1pPr algn="ctr">
              <a:defRPr sz="2925" b="1" i="0">
                <a:solidFill>
                  <a:srgbClr val="FFFFFF"/>
                </a:solidFill>
                <a:latin typeface="Rubik"/>
                <a:ea typeface="Rubik"/>
                <a:cs typeface="Rubik"/>
              </a:defRPr>
            </a:lvl1pPr>
            <a:lvl2pPr algn="ctr">
              <a:defRPr sz="2925" b="1" i="0">
                <a:solidFill>
                  <a:srgbClr val="FFFFFF"/>
                </a:solidFill>
                <a:latin typeface="Rubik"/>
                <a:ea typeface="Rubik"/>
                <a:cs typeface="Rubik"/>
              </a:defRPr>
            </a:lvl2pPr>
            <a:lvl3pPr algn="ctr">
              <a:defRPr sz="2925" b="1" i="0">
                <a:solidFill>
                  <a:srgbClr val="FFFFFF"/>
                </a:solidFill>
                <a:latin typeface="Rubik"/>
                <a:ea typeface="Rubik"/>
                <a:cs typeface="Rubik"/>
              </a:defRPr>
            </a:lvl3pPr>
            <a:lvl4pPr algn="ctr">
              <a:defRPr sz="2925" b="1" i="0">
                <a:solidFill>
                  <a:srgbClr val="FFFFFF"/>
                </a:solidFill>
                <a:latin typeface="Rubik"/>
                <a:ea typeface="Rubik"/>
                <a:cs typeface="Rubik"/>
              </a:defRPr>
            </a:lvl4pPr>
            <a:lvl5pPr algn="ctr">
              <a:defRPr sz="2925" b="1" i="0">
                <a:solidFill>
                  <a:srgbClr val="FFFFFF"/>
                </a:solidFill>
                <a:latin typeface="Rubik"/>
                <a:ea typeface="Rubik"/>
                <a:cs typeface="Rubik"/>
              </a:defRPr>
            </a:lvl5pPr>
            <a:lvl6pPr algn="ctr">
              <a:defRPr sz="2925" b="1" i="0">
                <a:solidFill>
                  <a:srgbClr val="FFFFFF"/>
                </a:solidFill>
                <a:latin typeface="Rubik"/>
                <a:ea typeface="Rubik"/>
                <a:cs typeface="Rubik"/>
              </a:defRPr>
            </a:lvl6pPr>
            <a:lvl7pPr algn="ctr">
              <a:defRPr sz="2925" b="1" i="0">
                <a:solidFill>
                  <a:srgbClr val="FFFFFF"/>
                </a:solidFill>
                <a:latin typeface="Rubik"/>
                <a:ea typeface="Rubik"/>
                <a:cs typeface="Rubik"/>
              </a:defRPr>
            </a:lvl7pPr>
            <a:lvl8pPr algn="ctr">
              <a:defRPr sz="2925" b="1" i="0">
                <a:solidFill>
                  <a:srgbClr val="FFFFFF"/>
                </a:solidFill>
                <a:latin typeface="Rubik"/>
                <a:ea typeface="Rubik"/>
                <a:cs typeface="Rubik"/>
              </a:defRPr>
            </a:lvl8pPr>
            <a:lvl9pPr algn="ctr">
              <a:defRPr sz="2925" b="1" i="0">
                <a:solidFill>
                  <a:srgbClr val="FFFFFF"/>
                </a:solidFill>
                <a:latin typeface="Rubik"/>
                <a:ea typeface="Rubik"/>
                <a:cs typeface="Rubik"/>
              </a:defRPr>
            </a:lvl9pPr>
          </a:lstStyle>
          <a:p xmlns:a="http://schemas.openxmlformats.org/drawingml/2006/main">
            <a:pPr algn="ctr">
              <a:defRPr sz="2925" b="1" i="0">
                <a:solidFill>
                  <a:srgbClr val="FFFFFF"/>
                </a:solidFill>
                <a:latin typeface="Rubik"/>
                <a:ea typeface="Rubik"/>
                <a:cs typeface="Rubik"/>
              </a:defRPr>
            </a:pPr>
            <a:r>
              <a:rPr sz="2925" b="1" i="0">
                <a:solidFill>
                  <a:srgbClr val="FFFFFF"/>
                </a:solidFill>
                <a:latin typeface="Rubik"/>
                <a:ea typeface="Rubik"/>
                <a:cs typeface="Rubik"/>
              </a:rPr>
              <a:t>+24.1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D0603B-7DFF-4864-A1FB-EB35CB66E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200400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200" b="1" i="0">
                <a:solidFill>
                  <a:srgbClr val="D8E9E3"/>
                </a:solidFill>
                <a:latin typeface="Noto Sans"/>
                <a:ea typeface="Noto Sans"/>
                <a:cs typeface="Noto Sans"/>
              </a:defRPr>
            </a:defPPr>
            <a:lvl1pPr algn="ctr">
              <a:defRPr sz="1200" b="1" i="0">
                <a:solidFill>
                  <a:srgbClr val="D8E9E3"/>
                </a:solidFill>
                <a:latin typeface="Noto Sans"/>
                <a:ea typeface="Noto Sans"/>
                <a:cs typeface="Noto Sans"/>
              </a:defRPr>
            </a:lvl1pPr>
            <a:lvl2pPr algn="ctr">
              <a:defRPr sz="1200" b="1" i="0">
                <a:solidFill>
                  <a:srgbClr val="D8E9E3"/>
                </a:solidFill>
                <a:latin typeface="Noto Sans"/>
                <a:ea typeface="Noto Sans"/>
                <a:cs typeface="Noto Sans"/>
              </a:defRPr>
            </a:lvl2pPr>
            <a:lvl3pPr algn="ctr">
              <a:defRPr sz="1200" b="1" i="0">
                <a:solidFill>
                  <a:srgbClr val="D8E9E3"/>
                </a:solidFill>
                <a:latin typeface="Noto Sans"/>
                <a:ea typeface="Noto Sans"/>
                <a:cs typeface="Noto Sans"/>
              </a:defRPr>
            </a:lvl3pPr>
            <a:lvl4pPr algn="ctr">
              <a:defRPr sz="1200" b="1" i="0">
                <a:solidFill>
                  <a:srgbClr val="D8E9E3"/>
                </a:solidFill>
                <a:latin typeface="Noto Sans"/>
                <a:ea typeface="Noto Sans"/>
                <a:cs typeface="Noto Sans"/>
              </a:defRPr>
            </a:lvl4pPr>
            <a:lvl5pPr algn="ctr">
              <a:defRPr sz="1200" b="1" i="0">
                <a:solidFill>
                  <a:srgbClr val="D8E9E3"/>
                </a:solidFill>
                <a:latin typeface="Noto Sans"/>
                <a:ea typeface="Noto Sans"/>
                <a:cs typeface="Noto Sans"/>
              </a:defRPr>
            </a:lvl5pPr>
            <a:lvl6pPr algn="ctr">
              <a:defRPr sz="1200" b="1" i="0">
                <a:solidFill>
                  <a:srgbClr val="D8E9E3"/>
                </a:solidFill>
                <a:latin typeface="Noto Sans"/>
                <a:ea typeface="Noto Sans"/>
                <a:cs typeface="Noto Sans"/>
              </a:defRPr>
            </a:lvl6pPr>
            <a:lvl7pPr algn="ctr">
              <a:defRPr sz="1200" b="1" i="0">
                <a:solidFill>
                  <a:srgbClr val="D8E9E3"/>
                </a:solidFill>
                <a:latin typeface="Noto Sans"/>
                <a:ea typeface="Noto Sans"/>
                <a:cs typeface="Noto Sans"/>
              </a:defRPr>
            </a:lvl7pPr>
            <a:lvl8pPr algn="ctr">
              <a:defRPr sz="1200" b="1" i="0">
                <a:solidFill>
                  <a:srgbClr val="D8E9E3"/>
                </a:solidFill>
                <a:latin typeface="Noto Sans"/>
                <a:ea typeface="Noto Sans"/>
                <a:cs typeface="Noto Sans"/>
              </a:defRPr>
            </a:lvl8pPr>
            <a:lvl9pPr algn="ctr">
              <a:defRPr sz="1200" b="1" i="0">
                <a:solidFill>
                  <a:srgbClr val="D8E9E3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ctr">
              <a:defRPr sz="1200" b="1" i="0">
                <a:solidFill>
                  <a:srgbClr val="D8E9E3"/>
                </a:solidFill>
                <a:latin typeface="Noto Sans"/>
                <a:ea typeface="Noto Sans"/>
                <a:cs typeface="Noto Sans"/>
              </a:defRPr>
            </a:pPr>
            <a:r>
              <a:rPr sz="1200" b="1" i="0">
                <a:solidFill>
                  <a:srgbClr val="D8E9E3"/>
                </a:solidFill>
                <a:latin typeface="Noto Sans"/>
                <a:ea typeface="Noto Sans"/>
                <a:cs typeface="Noto Sans"/>
              </a:rPr>
              <a:t>QuiltNet · breast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ECAEB7-ADED-451B-A087-C0A3DD05F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305050"/>
            <a:ext cx="2495550" cy="1428750"/>
          </a:xfrm>
          <a:prstGeom xmlns:a="http://schemas.openxmlformats.org/drawingml/2006/main" prst="roundRect">
            <a:avLst>
              <a:gd name="adj" fmla="val 14667"/>
            </a:avLst>
          </a:prstGeom>
          <a:solidFill xmlns:a="http://schemas.openxmlformats.org/drawingml/2006/main">
            <a:srgbClr val="174D44"/>
          </a:solidFill>
          <a:ln xmlns:a="http://schemas.openxmlformats.org/drawingml/2006/main" w="9525">
            <a:solidFill>
              <a:srgbClr val="2E665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46AEDE-34E0-45B4-AFE9-B1D804880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571750"/>
            <a:ext cx="2076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2925" b="1" i="0">
                <a:solidFill>
                  <a:srgbClr val="FFFFFF"/>
                </a:solidFill>
                <a:latin typeface="Rubik"/>
                <a:ea typeface="Rubik"/>
                <a:cs typeface="Rubik"/>
              </a:defRPr>
            </a:defPPr>
            <a:lvl1pPr algn="ctr">
              <a:defRPr sz="2925" b="1" i="0">
                <a:solidFill>
                  <a:srgbClr val="FFFFFF"/>
                </a:solidFill>
                <a:latin typeface="Rubik"/>
                <a:ea typeface="Rubik"/>
                <a:cs typeface="Rubik"/>
              </a:defRPr>
            </a:lvl1pPr>
            <a:lvl2pPr algn="ctr">
              <a:defRPr sz="2925" b="1" i="0">
                <a:solidFill>
                  <a:srgbClr val="FFFFFF"/>
                </a:solidFill>
                <a:latin typeface="Rubik"/>
                <a:ea typeface="Rubik"/>
                <a:cs typeface="Rubik"/>
              </a:defRPr>
            </a:lvl2pPr>
            <a:lvl3pPr algn="ctr">
              <a:defRPr sz="2925" b="1" i="0">
                <a:solidFill>
                  <a:srgbClr val="FFFFFF"/>
                </a:solidFill>
                <a:latin typeface="Rubik"/>
                <a:ea typeface="Rubik"/>
                <a:cs typeface="Rubik"/>
              </a:defRPr>
            </a:lvl3pPr>
            <a:lvl4pPr algn="ctr">
              <a:defRPr sz="2925" b="1" i="0">
                <a:solidFill>
                  <a:srgbClr val="FFFFFF"/>
                </a:solidFill>
                <a:latin typeface="Rubik"/>
                <a:ea typeface="Rubik"/>
                <a:cs typeface="Rubik"/>
              </a:defRPr>
            </a:lvl4pPr>
            <a:lvl5pPr algn="ctr">
              <a:defRPr sz="2925" b="1" i="0">
                <a:solidFill>
                  <a:srgbClr val="FFFFFF"/>
                </a:solidFill>
                <a:latin typeface="Rubik"/>
                <a:ea typeface="Rubik"/>
                <a:cs typeface="Rubik"/>
              </a:defRPr>
            </a:lvl5pPr>
            <a:lvl6pPr algn="ctr">
              <a:defRPr sz="2925" b="1" i="0">
                <a:solidFill>
                  <a:srgbClr val="FFFFFF"/>
                </a:solidFill>
                <a:latin typeface="Rubik"/>
                <a:ea typeface="Rubik"/>
                <a:cs typeface="Rubik"/>
              </a:defRPr>
            </a:lvl6pPr>
            <a:lvl7pPr algn="ctr">
              <a:defRPr sz="2925" b="1" i="0">
                <a:solidFill>
                  <a:srgbClr val="FFFFFF"/>
                </a:solidFill>
                <a:latin typeface="Rubik"/>
                <a:ea typeface="Rubik"/>
                <a:cs typeface="Rubik"/>
              </a:defRPr>
            </a:lvl7pPr>
            <a:lvl8pPr algn="ctr">
              <a:defRPr sz="2925" b="1" i="0">
                <a:solidFill>
                  <a:srgbClr val="FFFFFF"/>
                </a:solidFill>
                <a:latin typeface="Rubik"/>
                <a:ea typeface="Rubik"/>
                <a:cs typeface="Rubik"/>
              </a:defRPr>
            </a:lvl8pPr>
            <a:lvl9pPr algn="ctr">
              <a:defRPr sz="2925" b="1" i="0">
                <a:solidFill>
                  <a:srgbClr val="FFFFFF"/>
                </a:solidFill>
                <a:latin typeface="Rubik"/>
                <a:ea typeface="Rubik"/>
                <a:cs typeface="Rubik"/>
              </a:defRPr>
            </a:lvl9pPr>
          </a:lstStyle>
          <a:p xmlns:a="http://schemas.openxmlformats.org/drawingml/2006/main">
            <a:pPr algn="ctr">
              <a:defRPr sz="2925" b="1" i="0">
                <a:solidFill>
                  <a:srgbClr val="FFFFFF"/>
                </a:solidFill>
                <a:latin typeface="Rubik"/>
                <a:ea typeface="Rubik"/>
                <a:cs typeface="Rubik"/>
              </a:defRPr>
            </a:pPr>
            <a:r>
              <a:rPr sz="2925" b="1" i="0">
                <a:solidFill>
                  <a:srgbClr val="FFFFFF"/>
                </a:solidFill>
                <a:latin typeface="Rubik"/>
                <a:ea typeface="Rubik"/>
                <a:cs typeface="Rubik"/>
              </a:rPr>
              <a:t>+15.4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96F343-BA78-4C3E-8C20-4C3B8D7A4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200400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200" b="1" i="0">
                <a:solidFill>
                  <a:srgbClr val="D8E9E3"/>
                </a:solidFill>
                <a:latin typeface="Noto Sans"/>
                <a:ea typeface="Noto Sans"/>
                <a:cs typeface="Noto Sans"/>
              </a:defRPr>
            </a:defPPr>
            <a:lvl1pPr algn="ctr">
              <a:defRPr sz="1200" b="1" i="0">
                <a:solidFill>
                  <a:srgbClr val="D8E9E3"/>
                </a:solidFill>
                <a:latin typeface="Noto Sans"/>
                <a:ea typeface="Noto Sans"/>
                <a:cs typeface="Noto Sans"/>
              </a:defRPr>
            </a:lvl1pPr>
            <a:lvl2pPr algn="ctr">
              <a:defRPr sz="1200" b="1" i="0">
                <a:solidFill>
                  <a:srgbClr val="D8E9E3"/>
                </a:solidFill>
                <a:latin typeface="Noto Sans"/>
                <a:ea typeface="Noto Sans"/>
                <a:cs typeface="Noto Sans"/>
              </a:defRPr>
            </a:lvl2pPr>
            <a:lvl3pPr algn="ctr">
              <a:defRPr sz="1200" b="1" i="0">
                <a:solidFill>
                  <a:srgbClr val="D8E9E3"/>
                </a:solidFill>
                <a:latin typeface="Noto Sans"/>
                <a:ea typeface="Noto Sans"/>
                <a:cs typeface="Noto Sans"/>
              </a:defRPr>
            </a:lvl3pPr>
            <a:lvl4pPr algn="ctr">
              <a:defRPr sz="1200" b="1" i="0">
                <a:solidFill>
                  <a:srgbClr val="D8E9E3"/>
                </a:solidFill>
                <a:latin typeface="Noto Sans"/>
                <a:ea typeface="Noto Sans"/>
                <a:cs typeface="Noto Sans"/>
              </a:defRPr>
            </a:lvl4pPr>
            <a:lvl5pPr algn="ctr">
              <a:defRPr sz="1200" b="1" i="0">
                <a:solidFill>
                  <a:srgbClr val="D8E9E3"/>
                </a:solidFill>
                <a:latin typeface="Noto Sans"/>
                <a:ea typeface="Noto Sans"/>
                <a:cs typeface="Noto Sans"/>
              </a:defRPr>
            </a:lvl5pPr>
            <a:lvl6pPr algn="ctr">
              <a:defRPr sz="1200" b="1" i="0">
                <a:solidFill>
                  <a:srgbClr val="D8E9E3"/>
                </a:solidFill>
                <a:latin typeface="Noto Sans"/>
                <a:ea typeface="Noto Sans"/>
                <a:cs typeface="Noto Sans"/>
              </a:defRPr>
            </a:lvl6pPr>
            <a:lvl7pPr algn="ctr">
              <a:defRPr sz="1200" b="1" i="0">
                <a:solidFill>
                  <a:srgbClr val="D8E9E3"/>
                </a:solidFill>
                <a:latin typeface="Noto Sans"/>
                <a:ea typeface="Noto Sans"/>
                <a:cs typeface="Noto Sans"/>
              </a:defRPr>
            </a:lvl7pPr>
            <a:lvl8pPr algn="ctr">
              <a:defRPr sz="1200" b="1" i="0">
                <a:solidFill>
                  <a:srgbClr val="D8E9E3"/>
                </a:solidFill>
                <a:latin typeface="Noto Sans"/>
                <a:ea typeface="Noto Sans"/>
                <a:cs typeface="Noto Sans"/>
              </a:defRPr>
            </a:lvl8pPr>
            <a:lvl9pPr algn="ctr">
              <a:defRPr sz="1200" b="1" i="0">
                <a:solidFill>
                  <a:srgbClr val="D8E9E3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ctr">
              <a:defRPr sz="1200" b="1" i="0">
                <a:solidFill>
                  <a:srgbClr val="D8E9E3"/>
                </a:solidFill>
                <a:latin typeface="Noto Sans"/>
                <a:ea typeface="Noto Sans"/>
                <a:cs typeface="Noto Sans"/>
              </a:defRPr>
            </a:pPr>
            <a:r>
              <a:rPr sz="1200" b="1" i="0">
                <a:solidFill>
                  <a:srgbClr val="D8E9E3"/>
                </a:solidFill>
                <a:latin typeface="Noto Sans"/>
                <a:ea typeface="Noto Sans"/>
                <a:cs typeface="Noto Sans"/>
              </a:rPr>
              <a:t>MUSK · rectal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70013B-1F3E-4E1C-AD58-04127E831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305050"/>
            <a:ext cx="1962150" cy="2800350"/>
          </a:xfrm>
          <a:prstGeom xmlns:a="http://schemas.openxmlformats.org/drawingml/2006/main" prst="roundRect">
            <a:avLst>
              <a:gd name="adj" fmla="val 116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2D8A57-9DE3-447C-BE8F-03907413A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628900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575" b="1" i="0">
                <a:solidFill>
                  <a:srgbClr val="D13D77"/>
                </a:solidFill>
                <a:latin typeface="Rubik"/>
                <a:ea typeface="Rubik"/>
                <a:cs typeface="Rubik"/>
              </a:defRPr>
            </a:defPPr>
            <a:lvl1pPr algn="l">
              <a:defRPr sz="1575" b="1" i="0">
                <a:solidFill>
                  <a:srgbClr val="D13D77"/>
                </a:solidFill>
                <a:latin typeface="Rubik"/>
                <a:ea typeface="Rubik"/>
                <a:cs typeface="Rubik"/>
              </a:defRPr>
            </a:lvl1pPr>
            <a:lvl2pPr algn="l">
              <a:defRPr sz="1575" b="1" i="0">
                <a:solidFill>
                  <a:srgbClr val="D13D77"/>
                </a:solidFill>
                <a:latin typeface="Rubik"/>
                <a:ea typeface="Rubik"/>
                <a:cs typeface="Rubik"/>
              </a:defRPr>
            </a:lvl2pPr>
            <a:lvl3pPr algn="l">
              <a:defRPr sz="1575" b="1" i="0">
                <a:solidFill>
                  <a:srgbClr val="D13D77"/>
                </a:solidFill>
                <a:latin typeface="Rubik"/>
                <a:ea typeface="Rubik"/>
                <a:cs typeface="Rubik"/>
              </a:defRPr>
            </a:lvl3pPr>
            <a:lvl4pPr algn="l">
              <a:defRPr sz="1575" b="1" i="0">
                <a:solidFill>
                  <a:srgbClr val="D13D77"/>
                </a:solidFill>
                <a:latin typeface="Rubik"/>
                <a:ea typeface="Rubik"/>
                <a:cs typeface="Rubik"/>
              </a:defRPr>
            </a:lvl4pPr>
            <a:lvl5pPr algn="l">
              <a:defRPr sz="1575" b="1" i="0">
                <a:solidFill>
                  <a:srgbClr val="D13D77"/>
                </a:solidFill>
                <a:latin typeface="Rubik"/>
                <a:ea typeface="Rubik"/>
                <a:cs typeface="Rubik"/>
              </a:defRPr>
            </a:lvl5pPr>
            <a:lvl6pPr algn="l">
              <a:defRPr sz="1575" b="1" i="0">
                <a:solidFill>
                  <a:srgbClr val="D13D77"/>
                </a:solidFill>
                <a:latin typeface="Rubik"/>
                <a:ea typeface="Rubik"/>
                <a:cs typeface="Rubik"/>
              </a:defRPr>
            </a:lvl6pPr>
            <a:lvl7pPr algn="l">
              <a:defRPr sz="1575" b="1" i="0">
                <a:solidFill>
                  <a:srgbClr val="D13D77"/>
                </a:solidFill>
                <a:latin typeface="Rubik"/>
                <a:ea typeface="Rubik"/>
                <a:cs typeface="Rubik"/>
              </a:defRPr>
            </a:lvl7pPr>
            <a:lvl8pPr algn="l">
              <a:defRPr sz="1575" b="1" i="0">
                <a:solidFill>
                  <a:srgbClr val="D13D77"/>
                </a:solidFill>
                <a:latin typeface="Rubik"/>
                <a:ea typeface="Rubik"/>
                <a:cs typeface="Rubik"/>
              </a:defRPr>
            </a:lvl8pPr>
            <a:lvl9pPr algn="l">
              <a:defRPr sz="1575" b="1" i="0">
                <a:solidFill>
                  <a:srgbClr val="D13D77"/>
                </a:solidFill>
                <a:latin typeface="Rubik"/>
                <a:ea typeface="Rubik"/>
                <a:cs typeface="Rubik"/>
              </a:defRPr>
            </a:lvl9pPr>
          </a:lstStyle>
          <a:p xmlns:a="http://schemas.openxmlformats.org/drawingml/2006/main">
            <a:pPr algn="l">
              <a:defRPr sz="1575" b="1" i="0">
                <a:solidFill>
                  <a:srgbClr val="D13D77"/>
                </a:solidFill>
                <a:latin typeface="Rubik"/>
                <a:ea typeface="Rubik"/>
                <a:cs typeface="Rubik"/>
              </a:defRPr>
            </a:pPr>
            <a:r>
              <a:rPr sz="1575" b="1" i="0">
                <a:solidFill>
                  <a:srgbClr val="D13D77"/>
                </a:solidFill>
                <a:latin typeface="Rubik"/>
                <a:ea typeface="Rubik"/>
                <a:cs typeface="Rubik"/>
              </a:rPr>
              <a:t>Built with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18B376-42C9-4EE4-998F-E8D54D0D3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124200"/>
            <a:ext cx="14668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350" b="1" i="0">
                <a:solidFill>
                  <a:srgbClr val="12211D"/>
                </a:solidFill>
                <a:latin typeface="Noto Sans"/>
                <a:ea typeface="Noto Sans"/>
                <a:cs typeface="Noto Sans"/>
              </a:defRPr>
            </a:defPPr>
            <a:lvl1pPr algn="ctr">
              <a:defRPr sz="1350" b="1" i="0">
                <a:solidFill>
                  <a:srgbClr val="12211D"/>
                </a:solidFill>
                <a:latin typeface="Noto Sans"/>
                <a:ea typeface="Noto Sans"/>
                <a:cs typeface="Noto Sans"/>
              </a:defRPr>
            </a:lvl1pPr>
            <a:lvl2pPr algn="ctr">
              <a:defRPr sz="1350" b="1" i="0">
                <a:solidFill>
                  <a:srgbClr val="12211D"/>
                </a:solidFill>
                <a:latin typeface="Noto Sans"/>
                <a:ea typeface="Noto Sans"/>
                <a:cs typeface="Noto Sans"/>
              </a:defRPr>
            </a:lvl2pPr>
            <a:lvl3pPr algn="ctr">
              <a:defRPr sz="1350" b="1" i="0">
                <a:solidFill>
                  <a:srgbClr val="12211D"/>
                </a:solidFill>
                <a:latin typeface="Noto Sans"/>
                <a:ea typeface="Noto Sans"/>
                <a:cs typeface="Noto Sans"/>
              </a:defRPr>
            </a:lvl3pPr>
            <a:lvl4pPr algn="ctr">
              <a:defRPr sz="1350" b="1" i="0">
                <a:solidFill>
                  <a:srgbClr val="12211D"/>
                </a:solidFill>
                <a:latin typeface="Noto Sans"/>
                <a:ea typeface="Noto Sans"/>
                <a:cs typeface="Noto Sans"/>
              </a:defRPr>
            </a:lvl4pPr>
            <a:lvl5pPr algn="ctr">
              <a:defRPr sz="1350" b="1" i="0">
                <a:solidFill>
                  <a:srgbClr val="12211D"/>
                </a:solidFill>
                <a:latin typeface="Noto Sans"/>
                <a:ea typeface="Noto Sans"/>
                <a:cs typeface="Noto Sans"/>
              </a:defRPr>
            </a:lvl5pPr>
            <a:lvl6pPr algn="ctr">
              <a:defRPr sz="1350" b="1" i="0">
                <a:solidFill>
                  <a:srgbClr val="12211D"/>
                </a:solidFill>
                <a:latin typeface="Noto Sans"/>
                <a:ea typeface="Noto Sans"/>
                <a:cs typeface="Noto Sans"/>
              </a:defRPr>
            </a:lvl6pPr>
            <a:lvl7pPr algn="ctr">
              <a:defRPr sz="1350" b="1" i="0">
                <a:solidFill>
                  <a:srgbClr val="12211D"/>
                </a:solidFill>
                <a:latin typeface="Noto Sans"/>
                <a:ea typeface="Noto Sans"/>
                <a:cs typeface="Noto Sans"/>
              </a:defRPr>
            </a:lvl7pPr>
            <a:lvl8pPr algn="ctr">
              <a:defRPr sz="1350" b="1" i="0">
                <a:solidFill>
                  <a:srgbClr val="12211D"/>
                </a:solidFill>
                <a:latin typeface="Noto Sans"/>
                <a:ea typeface="Noto Sans"/>
                <a:cs typeface="Noto Sans"/>
              </a:defRPr>
            </a:lvl8pPr>
            <a:lvl9pPr algn="ctr">
              <a:defRPr sz="1350" b="1" i="0">
                <a:solidFill>
                  <a:srgbClr val="12211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ctr">
              <a:defRPr sz="1350" b="1" i="0">
                <a:solidFill>
                  <a:srgbClr val="12211D"/>
                </a:solidFill>
                <a:latin typeface="Noto Sans"/>
                <a:ea typeface="Noto Sans"/>
                <a:cs typeface="Noto Sans"/>
              </a:defRPr>
            </a:pPr>
            <a:r>
              <a:rPr sz="1350" b="1" i="0">
                <a:solidFill>
                  <a:srgbClr val="12211D"/>
                </a:solidFill>
                <a:latin typeface="Noto Sans"/>
                <a:ea typeface="Noto Sans"/>
                <a:cs typeface="Noto Sans"/>
              </a:rPr>
              <a:t>PathGen</a:t>
            </a:r>
          </a:p>
          <a:p xmlns:a="http://schemas.openxmlformats.org/drawingml/2006/main">
            <a:pPr algn="ctr">
              <a:defRPr sz="1350" b="1" i="0">
                <a:solidFill>
                  <a:srgbClr val="12211D"/>
                </a:solidFill>
                <a:latin typeface="Noto Sans"/>
                <a:ea typeface="Noto Sans"/>
                <a:cs typeface="Noto Sans"/>
              </a:defRPr>
            </a:pPr>
            <a:r>
              <a:rPr sz="1350" b="1" i="0">
                <a:solidFill>
                  <a:srgbClr val="12211D"/>
                </a:solidFill>
                <a:latin typeface="Noto Sans"/>
                <a:ea typeface="Noto Sans"/>
                <a:cs typeface="Noto Sans"/>
              </a:rPr>
              <a:t>Delta</a:t>
            </a:r>
          </a:p>
          <a:p xmlns:a="http://schemas.openxmlformats.org/drawingml/2006/main">
            <a:pPr algn="ctr">
              <a:defRPr sz="1350" b="1" i="0">
                <a:solidFill>
                  <a:srgbClr val="12211D"/>
                </a:solidFill>
                <a:latin typeface="Noto Sans"/>
                <a:ea typeface="Noto Sans"/>
                <a:cs typeface="Noto Sans"/>
              </a:defRPr>
            </a:pPr>
            <a:r>
              <a:rPr sz="1350" b="1" i="0">
                <a:solidFill>
                  <a:srgbClr val="12211D"/>
                </a:solidFill>
                <a:latin typeface="Noto Sans"/>
                <a:ea typeface="Noto Sans"/>
                <a:cs typeface="Noto Sans"/>
              </a:rPr>
              <a:t>MUSK</a:t>
            </a:r>
          </a:p>
          <a:p xmlns:a="http://schemas.openxmlformats.org/drawingml/2006/main">
            <a:pPr algn="ctr">
              <a:defRPr sz="1350" b="1" i="0">
                <a:solidFill>
                  <a:srgbClr val="12211D"/>
                </a:solidFill>
                <a:latin typeface="Noto Sans"/>
                <a:ea typeface="Noto Sans"/>
                <a:cs typeface="Noto Sans"/>
              </a:defRPr>
            </a:pPr>
            <a:r>
              <a:rPr sz="1350" b="1" i="0">
                <a:solidFill>
                  <a:srgbClr val="12211D"/>
                </a:solidFill>
                <a:latin typeface="Noto Sans"/>
                <a:ea typeface="Noto Sans"/>
                <a:cs typeface="Noto Sans"/>
              </a:rPr>
              <a:t>CONCH</a:t>
            </a:r>
          </a:p>
          <a:p xmlns:a="http://schemas.openxmlformats.org/drawingml/2006/main">
            <a:pPr algn="ctr">
              <a:defRPr sz="1350" b="1" i="0">
                <a:solidFill>
                  <a:srgbClr val="12211D"/>
                </a:solidFill>
                <a:latin typeface="Noto Sans"/>
                <a:ea typeface="Noto Sans"/>
                <a:cs typeface="Noto Sans"/>
              </a:defRPr>
            </a:pPr>
            <a:r>
              <a:rPr sz="1350" b="1" i="0">
                <a:solidFill>
                  <a:srgbClr val="12211D"/>
                </a:solidFill>
                <a:latin typeface="Noto Sans"/>
                <a:ea typeface="Noto Sans"/>
                <a:cs typeface="Noto Sans"/>
              </a:rPr>
              <a:t>QuiltNet</a:t>
            </a:r>
          </a:p>
          <a:p xmlns:a="http://schemas.openxmlformats.org/drawingml/2006/main">
            <a:pPr algn="ctr">
              <a:defRPr sz="1350" b="1" i="0">
                <a:solidFill>
                  <a:srgbClr val="12211D"/>
                </a:solidFill>
                <a:latin typeface="Noto Sans"/>
                <a:ea typeface="Noto Sans"/>
                <a:cs typeface="Noto Sans"/>
              </a:defRPr>
            </a:pPr>
            <a:r>
              <a:rPr sz="1350" b="1" i="0">
                <a:solidFill>
                  <a:srgbClr val="12211D"/>
                </a:solidFill>
                <a:latin typeface="Noto Sans"/>
                <a:ea typeface="Noto Sans"/>
                <a:cs typeface="Noto Sans"/>
              </a:rPr>
              <a:t>PLIP</a:t>
            </a:r>
          </a:p>
          <a:p xmlns:a="http://schemas.openxmlformats.org/drawingml/2006/main">
            <a:pPr algn="ctr">
              <a:defRPr sz="1350" b="1" i="0">
                <a:solidFill>
                  <a:srgbClr val="12211D"/>
                </a:solidFill>
                <a:latin typeface="Noto Sans"/>
                <a:ea typeface="Noto Sans"/>
                <a:cs typeface="Noto Sans"/>
              </a:defRPr>
            </a:pPr>
            <a:r>
              <a:rPr sz="1350" b="1" i="0">
                <a:solidFill>
                  <a:srgbClr val="12211D"/>
                </a:solidFill>
                <a:latin typeface="Noto Sans"/>
                <a:ea typeface="Noto Sans"/>
                <a:cs typeface="Noto Sans"/>
              </a:rPr>
              <a:t>Lumen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A29D70-201A-471C-85C5-B7DF6F3D3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62450"/>
            <a:ext cx="790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800" b="1" i="0">
                <a:solidFill>
                  <a:srgbClr val="FFFFFF"/>
                </a:solidFill>
                <a:latin typeface="Rubik"/>
                <a:ea typeface="Rubik"/>
                <a:cs typeface="Rubik"/>
              </a:defRPr>
            </a:defPPr>
            <a:lvl1pPr algn="l">
              <a:defRPr sz="1800" b="1" i="0">
                <a:solidFill>
                  <a:srgbClr val="FFFFFF"/>
                </a:solidFill>
                <a:latin typeface="Rubik"/>
                <a:ea typeface="Rubik"/>
                <a:cs typeface="Rubik"/>
              </a:defRPr>
            </a:lvl1pPr>
            <a:lvl2pPr algn="l">
              <a:defRPr sz="1800" b="1" i="0">
                <a:solidFill>
                  <a:srgbClr val="FFFFFF"/>
                </a:solidFill>
                <a:latin typeface="Rubik"/>
                <a:ea typeface="Rubik"/>
                <a:cs typeface="Rubik"/>
              </a:defRPr>
            </a:lvl2pPr>
            <a:lvl3pPr algn="l">
              <a:defRPr sz="1800" b="1" i="0">
                <a:solidFill>
                  <a:srgbClr val="FFFFFF"/>
                </a:solidFill>
                <a:latin typeface="Rubik"/>
                <a:ea typeface="Rubik"/>
                <a:cs typeface="Rubik"/>
              </a:defRPr>
            </a:lvl3pPr>
            <a:lvl4pPr algn="l">
              <a:defRPr sz="1800" b="1" i="0">
                <a:solidFill>
                  <a:srgbClr val="FFFFFF"/>
                </a:solidFill>
                <a:latin typeface="Rubik"/>
                <a:ea typeface="Rubik"/>
                <a:cs typeface="Rubik"/>
              </a:defRPr>
            </a:lvl4pPr>
            <a:lvl5pPr algn="l">
              <a:defRPr sz="1800" b="1" i="0">
                <a:solidFill>
                  <a:srgbClr val="FFFFFF"/>
                </a:solidFill>
                <a:latin typeface="Rubik"/>
                <a:ea typeface="Rubik"/>
                <a:cs typeface="Rubik"/>
              </a:defRPr>
            </a:lvl5pPr>
            <a:lvl6pPr algn="l">
              <a:defRPr sz="1800" b="1" i="0">
                <a:solidFill>
                  <a:srgbClr val="FFFFFF"/>
                </a:solidFill>
                <a:latin typeface="Rubik"/>
                <a:ea typeface="Rubik"/>
                <a:cs typeface="Rubik"/>
              </a:defRPr>
            </a:lvl6pPr>
            <a:lvl7pPr algn="l">
              <a:defRPr sz="1800" b="1" i="0">
                <a:solidFill>
                  <a:srgbClr val="FFFFFF"/>
                </a:solidFill>
                <a:latin typeface="Rubik"/>
                <a:ea typeface="Rubik"/>
                <a:cs typeface="Rubik"/>
              </a:defRPr>
            </a:lvl7pPr>
            <a:lvl8pPr algn="l">
              <a:defRPr sz="1800" b="1" i="0">
                <a:solidFill>
                  <a:srgbClr val="FFFFFF"/>
                </a:solidFill>
                <a:latin typeface="Rubik"/>
                <a:ea typeface="Rubik"/>
                <a:cs typeface="Rubik"/>
              </a:defRPr>
            </a:lvl8pPr>
            <a:lvl9pPr algn="l">
              <a:defRPr sz="1800" b="1" i="0">
                <a:solidFill>
                  <a:srgbClr val="FFFFFF"/>
                </a:solidFill>
                <a:latin typeface="Rubik"/>
                <a:ea typeface="Rubik"/>
                <a:cs typeface="Rubik"/>
              </a:defRPr>
            </a:lvl9pPr>
          </a:lstStyle>
          <a:p xmlns:a="http://schemas.openxmlformats.org/drawingml/2006/main">
            <a:pPr algn="l">
              <a:defRPr sz="1800" b="1" i="0">
                <a:solidFill>
                  <a:srgbClr val="FFFFFF"/>
                </a:solidFill>
                <a:latin typeface="Rubik"/>
                <a:ea typeface="Rubik"/>
                <a:cs typeface="Rubik"/>
              </a:defRPr>
            </a:pPr>
            <a:r>
              <a:rPr sz="1800" b="1" i="0">
                <a:solidFill>
                  <a:srgbClr val="FFFFFF"/>
                </a:solidFill>
                <a:latin typeface="Rubik"/>
                <a:ea typeface="Rubik"/>
                <a:cs typeface="Rubik"/>
              </a:rPr>
              <a:t>2,141 cases · 8 cancers · 4 models · 1 reproducible workflow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0A33EA-CC16-40F4-8AC9-DB32E12DB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425" b="0" i="0">
                <a:solidFill>
                  <a:srgbClr val="D8E9E3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1425" b="0" i="0">
                <a:solidFill>
                  <a:srgbClr val="D8E9E3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1425" b="0" i="0">
                <a:solidFill>
                  <a:srgbClr val="D8E9E3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1425" b="0" i="0">
                <a:solidFill>
                  <a:srgbClr val="D8E9E3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1425" b="0" i="0">
                <a:solidFill>
                  <a:srgbClr val="D8E9E3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1425" b="0" i="0">
                <a:solidFill>
                  <a:srgbClr val="D8E9E3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1425" b="0" i="0">
                <a:solidFill>
                  <a:srgbClr val="D8E9E3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1425" b="0" i="0">
                <a:solidFill>
                  <a:srgbClr val="D8E9E3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1425" b="0" i="0">
                <a:solidFill>
                  <a:srgbClr val="D8E9E3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1425" b="0" i="0">
                <a:solidFill>
                  <a:srgbClr val="D8E9E3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1425" b="0" i="0">
                <a:solidFill>
                  <a:srgbClr val="D8E9E3"/>
                </a:solidFill>
                <a:latin typeface="Noto Sans"/>
                <a:ea typeface="Noto Sans"/>
                <a:cs typeface="Noto Sans"/>
              </a:defRPr>
            </a:pPr>
            <a:r>
              <a:rPr sz="1425" b="0" i="0">
                <a:solidFill>
                  <a:srgbClr val="D8E9E3"/>
                </a:solidFill>
                <a:latin typeface="Noto Sans"/>
                <a:ea typeface="Noto Sans"/>
                <a:cs typeface="Noto Sans"/>
              </a:rPr>
              <a:t>Next: prospective confirmation of the six model-aware routing targets.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875EBD-E84F-49C9-8F47-D00EE40AC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7220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200" b="1" i="0">
                <a:solidFill>
                  <a:srgbClr val="F2C96B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1200" b="1" i="0">
                <a:solidFill>
                  <a:srgbClr val="F2C96B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1200" b="1" i="0">
                <a:solidFill>
                  <a:srgbClr val="F2C96B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1200" b="1" i="0">
                <a:solidFill>
                  <a:srgbClr val="F2C96B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1200" b="1" i="0">
                <a:solidFill>
                  <a:srgbClr val="F2C96B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1200" b="1" i="0">
                <a:solidFill>
                  <a:srgbClr val="F2C96B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1200" b="1" i="0">
                <a:solidFill>
                  <a:srgbClr val="F2C96B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1200" b="1" i="0">
                <a:solidFill>
                  <a:srgbClr val="F2C96B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1200" b="1" i="0">
                <a:solidFill>
                  <a:srgbClr val="F2C96B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1200" b="1" i="0">
                <a:solidFill>
                  <a:srgbClr val="F2C96B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1200" b="1" i="0">
                <a:solidFill>
                  <a:srgbClr val="F2C96B"/>
                </a:solidFill>
                <a:latin typeface="Noto Sans"/>
                <a:ea typeface="Noto Sans"/>
                <a:cs typeface="Noto Sans"/>
              </a:defRPr>
            </a:pPr>
            <a:r>
              <a:rPr sz="1200" b="1" i="0">
                <a:solidFill>
                  <a:srgbClr val="F2C96B"/>
                </a:solidFill>
                <a:latin typeface="Noto Sans"/>
                <a:ea typeface="Noto Sans"/>
                <a:cs typeface="Noto Sans"/>
              </a:rPr>
              <a:t>github.com/osirais/histoprompt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BC6856-2DBB-4D37-891F-880EF75F0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172200"/>
            <a:ext cx="422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r">
              <a:defRPr sz="1200" b="0" i="0">
                <a:solidFill>
                  <a:srgbClr val="D8E9E3"/>
                </a:solidFill>
                <a:latin typeface="Noto Sans"/>
                <a:ea typeface="Noto Sans"/>
                <a:cs typeface="Noto Sans"/>
              </a:defRPr>
            </a:defPPr>
            <a:lvl1pPr algn="r">
              <a:defRPr sz="1200" b="0" i="0">
                <a:solidFill>
                  <a:srgbClr val="D8E9E3"/>
                </a:solidFill>
                <a:latin typeface="Noto Sans"/>
                <a:ea typeface="Noto Sans"/>
                <a:cs typeface="Noto Sans"/>
              </a:defRPr>
            </a:lvl1pPr>
            <a:lvl2pPr algn="r">
              <a:defRPr sz="1200" b="0" i="0">
                <a:solidFill>
                  <a:srgbClr val="D8E9E3"/>
                </a:solidFill>
                <a:latin typeface="Noto Sans"/>
                <a:ea typeface="Noto Sans"/>
                <a:cs typeface="Noto Sans"/>
              </a:defRPr>
            </a:lvl2pPr>
            <a:lvl3pPr algn="r">
              <a:defRPr sz="1200" b="0" i="0">
                <a:solidFill>
                  <a:srgbClr val="D8E9E3"/>
                </a:solidFill>
                <a:latin typeface="Noto Sans"/>
                <a:ea typeface="Noto Sans"/>
                <a:cs typeface="Noto Sans"/>
              </a:defRPr>
            </a:lvl3pPr>
            <a:lvl4pPr algn="r">
              <a:defRPr sz="1200" b="0" i="0">
                <a:solidFill>
                  <a:srgbClr val="D8E9E3"/>
                </a:solidFill>
                <a:latin typeface="Noto Sans"/>
                <a:ea typeface="Noto Sans"/>
                <a:cs typeface="Noto Sans"/>
              </a:defRPr>
            </a:lvl4pPr>
            <a:lvl5pPr algn="r">
              <a:defRPr sz="1200" b="0" i="0">
                <a:solidFill>
                  <a:srgbClr val="D8E9E3"/>
                </a:solidFill>
                <a:latin typeface="Noto Sans"/>
                <a:ea typeface="Noto Sans"/>
                <a:cs typeface="Noto Sans"/>
              </a:defRPr>
            </a:lvl5pPr>
            <a:lvl6pPr algn="r">
              <a:defRPr sz="1200" b="0" i="0">
                <a:solidFill>
                  <a:srgbClr val="D8E9E3"/>
                </a:solidFill>
                <a:latin typeface="Noto Sans"/>
                <a:ea typeface="Noto Sans"/>
                <a:cs typeface="Noto Sans"/>
              </a:defRPr>
            </a:lvl6pPr>
            <a:lvl7pPr algn="r">
              <a:defRPr sz="1200" b="0" i="0">
                <a:solidFill>
                  <a:srgbClr val="D8E9E3"/>
                </a:solidFill>
                <a:latin typeface="Noto Sans"/>
                <a:ea typeface="Noto Sans"/>
                <a:cs typeface="Noto Sans"/>
              </a:defRPr>
            </a:lvl7pPr>
            <a:lvl8pPr algn="r">
              <a:defRPr sz="1200" b="0" i="0">
                <a:solidFill>
                  <a:srgbClr val="D8E9E3"/>
                </a:solidFill>
                <a:latin typeface="Noto Sans"/>
                <a:ea typeface="Noto Sans"/>
                <a:cs typeface="Noto Sans"/>
              </a:defRPr>
            </a:lvl8pPr>
            <a:lvl9pPr algn="r">
              <a:defRPr sz="1200" b="0" i="0">
                <a:solidFill>
                  <a:srgbClr val="D8E9E3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r">
              <a:defRPr sz="1200" b="0" i="0">
                <a:solidFill>
                  <a:srgbClr val="D8E9E3"/>
                </a:solidFill>
                <a:latin typeface="Noto Sans"/>
                <a:ea typeface="Noto Sans"/>
                <a:cs typeface="Noto Sans"/>
              </a:defRPr>
            </a:pPr>
            <a:r>
              <a:rPr sz="1200" b="0" i="0">
                <a:solidFill>
                  <a:srgbClr val="D8E9E3"/>
                </a:solidFill>
                <a:latin typeface="Noto Sans"/>
                <a:ea typeface="Noto Sans"/>
                <a:cs typeface="Noto Sans"/>
              </a:rPr>
              <a:t>Clinician prototype + saved demo + full benchmark</a:t>
            </a:r>
          </a:p>
        </p:txBody>
      </p:sp>
    </p:spTree>
    <p:extLst>
      <p:ext uri="{BB962C8B-B14F-4D97-AF65-F5344CB8AC3E}">
        <p14:creationId xmlns:p14="http://schemas.microsoft.com/office/powerpoint/2010/main" val="164711610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2026-10-20T02:03:41.3620000Z</dcterms:created>
  <dcterms:modified xsi:type="dcterms:W3CDTF">2026-10-20T02:03:41.3620000Z</dcterms:modified>
</coreProperties>
</file>